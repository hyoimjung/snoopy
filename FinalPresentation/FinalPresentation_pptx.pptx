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3"/>
  </p:notesMasterIdLst>
  <p:sldIdLst>
    <p:sldId id="256" r:id="rId2"/>
    <p:sldId id="257" r:id="rId3"/>
    <p:sldId id="258" r:id="rId4"/>
    <p:sldId id="271" r:id="rId5"/>
    <p:sldId id="273" r:id="rId6"/>
    <p:sldId id="277" r:id="rId7"/>
    <p:sldId id="278" r:id="rId8"/>
    <p:sldId id="274" r:id="rId9"/>
    <p:sldId id="267" r:id="rId10"/>
    <p:sldId id="266" r:id="rId11"/>
    <p:sldId id="269" r:id="rId12"/>
  </p:sldIdLst>
  <p:sldSz cx="9144000" cy="5143500" type="screen16x9"/>
  <p:notesSz cx="6858000" cy="9144000"/>
  <p:embeddedFontLst>
    <p:embeddedFont>
      <p:font typeface="맑은 고딕" panose="020B0503020000020004" pitchFamily="50" charset="-127"/>
      <p:regular r:id="rId14"/>
      <p:bold r:id="rId15"/>
    </p:embeddedFont>
    <p:embeddedFont>
      <p:font typeface="맑은 고딕" panose="020B0503020000020004" pitchFamily="50" charset="-127"/>
      <p:regular r:id="rId14"/>
      <p:bold r:id="rId15"/>
    </p:embeddedFont>
    <p:embeddedFont>
      <p:font typeface="Archivo" panose="020B0600000101010101" charset="0"/>
      <p:regular r:id="rId16"/>
      <p:bold r:id="rId17"/>
      <p:italic r:id="rId18"/>
      <p:boldItalic r:id="rId19"/>
    </p:embeddedFont>
    <p:embeddedFont>
      <p:font typeface="Merriweather" panose="00000500000000000000" pitchFamily="2" charset="0"/>
      <p:regular r:id="rId20"/>
      <p:bold r:id="rId21"/>
      <p:italic r:id="rId22"/>
      <p:boldItalic r:id="rId23"/>
    </p:embeddedFont>
    <p:embeddedFont>
      <p:font typeface="Press Start 2P" panose="020B0600000101010101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C58"/>
    <a:srgbClr val="3E3C4C"/>
    <a:srgbClr val="1B1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80B4BB-3AC7-44DD-B9D2-0CCA4A73FB21}" v="98" dt="2026-06-10T08:21:11.149"/>
  </p1510:revLst>
</p1510:revInfo>
</file>

<file path=ppt/tableStyles.xml><?xml version="1.0" encoding="utf-8"?>
<a:tblStyleLst xmlns:a="http://schemas.openxmlformats.org/drawingml/2006/main" def="{3A19C5FD-B10C-4D59-AD6E-1108AE37FE85}">
  <a:tblStyle styleId="{3A19C5FD-B10C-4D59-AD6E-1108AE37FE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634" autoAdjust="0"/>
  </p:normalViewPr>
  <p:slideViewPr>
    <p:cSldViewPr snapToGrid="0">
      <p:cViewPr varScale="1">
        <p:scale>
          <a:sx n="76" d="100"/>
          <a:sy n="76" d="100"/>
        </p:scale>
        <p:origin x="77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456" name="Google Shape;4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2a7f00d7c01_0_20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1441" name="Google Shape;1441;g2a7f00d7c01_0_20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2a7f00d7c01_0_2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1450" name="Google Shape;1450;g2a7f00d7c01_0_2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9">
          <a:extLst>
            <a:ext uri="{FF2B5EF4-FFF2-40B4-BE49-F238E27FC236}">
              <a16:creationId xmlns:a16="http://schemas.microsoft.com/office/drawing/2014/main" id="{CAAADF18-A623-F075-607F-FF12264C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g2a85e034975_0_464:notes">
            <a:extLst>
              <a:ext uri="{FF2B5EF4-FFF2-40B4-BE49-F238E27FC236}">
                <a16:creationId xmlns:a16="http://schemas.microsoft.com/office/drawing/2014/main" id="{64238BD4-E76E-BB22-298C-801317A70C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2241" name="Google Shape;2241;g2a85e034975_0_464:notes">
            <a:extLst>
              <a:ext uri="{FF2B5EF4-FFF2-40B4-BE49-F238E27FC236}">
                <a16:creationId xmlns:a16="http://schemas.microsoft.com/office/drawing/2014/main" id="{8D76138A-BA7F-2221-3FB9-3B5293A51A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675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5">
          <a:extLst>
            <a:ext uri="{FF2B5EF4-FFF2-40B4-BE49-F238E27FC236}">
              <a16:creationId xmlns:a16="http://schemas.microsoft.com/office/drawing/2014/main" id="{16EDD15F-46A7-6399-BD5A-21504869C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2a85e034975_0_533:notes">
            <a:extLst>
              <a:ext uri="{FF2B5EF4-FFF2-40B4-BE49-F238E27FC236}">
                <a16:creationId xmlns:a16="http://schemas.microsoft.com/office/drawing/2014/main" id="{66F61779-23BF-9C45-5C5E-94DB6FD32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2257" name="Google Shape;2257;g2a85e034975_0_533:notes">
            <a:extLst>
              <a:ext uri="{FF2B5EF4-FFF2-40B4-BE49-F238E27FC236}">
                <a16:creationId xmlns:a16="http://schemas.microsoft.com/office/drawing/2014/main" id="{3F46B7BF-7E29-DE7F-C55B-6DF481D7F9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0918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5">
          <a:extLst>
            <a:ext uri="{FF2B5EF4-FFF2-40B4-BE49-F238E27FC236}">
              <a16:creationId xmlns:a16="http://schemas.microsoft.com/office/drawing/2014/main" id="{F2C089D3-743E-4741-BA94-BED1C1BC1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2a85e034975_0_533:notes">
            <a:extLst>
              <a:ext uri="{FF2B5EF4-FFF2-40B4-BE49-F238E27FC236}">
                <a16:creationId xmlns:a16="http://schemas.microsoft.com/office/drawing/2014/main" id="{79A2D3B2-A928-A0B3-C50E-299AA84AC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2257" name="Google Shape;2257;g2a85e034975_0_533:notes">
            <a:extLst>
              <a:ext uri="{FF2B5EF4-FFF2-40B4-BE49-F238E27FC236}">
                <a16:creationId xmlns:a16="http://schemas.microsoft.com/office/drawing/2014/main" id="{49A13073-6390-3667-DA30-A573AF844D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1389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5">
          <a:extLst>
            <a:ext uri="{FF2B5EF4-FFF2-40B4-BE49-F238E27FC236}">
              <a16:creationId xmlns:a16="http://schemas.microsoft.com/office/drawing/2014/main" id="{21F9FDF2-3AE6-135F-2068-7A7C5D88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2a85e034975_0_533:notes">
            <a:extLst>
              <a:ext uri="{FF2B5EF4-FFF2-40B4-BE49-F238E27FC236}">
                <a16:creationId xmlns:a16="http://schemas.microsoft.com/office/drawing/2014/main" id="{E8C2A667-962F-A18F-8E50-4C07BD0FC8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2257" name="Google Shape;2257;g2a85e034975_0_533:notes">
            <a:extLst>
              <a:ext uri="{FF2B5EF4-FFF2-40B4-BE49-F238E27FC236}">
                <a16:creationId xmlns:a16="http://schemas.microsoft.com/office/drawing/2014/main" id="{710A1002-9491-E05F-369E-76361FB651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0981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5">
          <a:extLst>
            <a:ext uri="{FF2B5EF4-FFF2-40B4-BE49-F238E27FC236}">
              <a16:creationId xmlns:a16="http://schemas.microsoft.com/office/drawing/2014/main" id="{03A8F8A0-CBB8-7CF9-ED35-FD817A2AE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2a85e034975_0_533:notes">
            <a:extLst>
              <a:ext uri="{FF2B5EF4-FFF2-40B4-BE49-F238E27FC236}">
                <a16:creationId xmlns:a16="http://schemas.microsoft.com/office/drawing/2014/main" id="{BDC29600-E5E0-8F6E-6BC0-3B693A4619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2257" name="Google Shape;2257;g2a85e034975_0_533:notes">
            <a:extLst>
              <a:ext uri="{FF2B5EF4-FFF2-40B4-BE49-F238E27FC236}">
                <a16:creationId xmlns:a16="http://schemas.microsoft.com/office/drawing/2014/main" id="{91894152-21BB-E60C-D850-4DD698B5E3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2228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2a85e034975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2321" name="Google Shape;2321;g2a85e034975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g2a85e034975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2314" name="Google Shape;2314;g2a85e034975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2a85e034975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2321" name="Google Shape;2321;g2a85e034975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408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80900" y="1285850"/>
            <a:ext cx="5782200" cy="15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80900" y="3379750"/>
            <a:ext cx="57822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1680900" y="2721350"/>
            <a:ext cx="5782200" cy="6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800">
                <a:solidFill>
                  <a:schemeClr val="lt2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3715838" y="281238"/>
            <a:ext cx="1712300" cy="178225"/>
            <a:chOff x="3715838" y="281238"/>
            <a:chExt cx="1712300" cy="178225"/>
          </a:xfrm>
        </p:grpSpPr>
        <p:sp>
          <p:nvSpPr>
            <p:cNvPr id="13" name="Google Shape;13;p2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26" name="Google Shape;26;p2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27" name="Google Shape;27;p2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9" name="Google Shape;29;p2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30" name="Google Shape;30;p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35" name="Google Shape;35;p2"/>
          <p:cNvGrpSpPr/>
          <p:nvPr/>
        </p:nvGrpSpPr>
        <p:grpSpPr>
          <a:xfrm>
            <a:off x="401038" y="333613"/>
            <a:ext cx="8355300" cy="4476275"/>
            <a:chOff x="401038" y="333613"/>
            <a:chExt cx="8355300" cy="4476275"/>
          </a:xfrm>
        </p:grpSpPr>
        <p:sp>
          <p:nvSpPr>
            <p:cNvPr id="36" name="Google Shape;36;p2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>
            <a:spLocks noGrp="1"/>
          </p:cNvSpPr>
          <p:nvPr>
            <p:ph type="title"/>
          </p:nvPr>
        </p:nvSpPr>
        <p:spPr>
          <a:xfrm>
            <a:off x="1095150" y="521225"/>
            <a:ext cx="6953700" cy="8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1051706" y="1776125"/>
            <a:ext cx="3103200" cy="89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5"/>
          <p:cNvSpPr txBox="1">
            <a:spLocks noGrp="1"/>
          </p:cNvSpPr>
          <p:nvPr>
            <p:ph type="subTitle" idx="2"/>
          </p:nvPr>
        </p:nvSpPr>
        <p:spPr>
          <a:xfrm>
            <a:off x="1051719" y="2612575"/>
            <a:ext cx="3103200" cy="160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"/>
          <p:cNvSpPr txBox="1">
            <a:spLocks noGrp="1"/>
          </p:cNvSpPr>
          <p:nvPr>
            <p:ph type="subTitle" idx="3"/>
          </p:nvPr>
        </p:nvSpPr>
        <p:spPr>
          <a:xfrm>
            <a:off x="4989083" y="1776125"/>
            <a:ext cx="3103200" cy="89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subTitle" idx="4"/>
          </p:nvPr>
        </p:nvSpPr>
        <p:spPr>
          <a:xfrm>
            <a:off x="4989094" y="2612575"/>
            <a:ext cx="3103200" cy="160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0" name="Google Shape;110;p5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111" name="Google Shape;111;p5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13" name="Google Shape;113;p5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19" name="Google Shape;119;p5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120" name="Google Shape;120;p5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125" name="Google Shape;125;p6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26" name="Google Shape;126;p6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127" name="Google Shape;127;p6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" name="Google Shape;130;p6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2" name="Google Shape;132;p6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133" name="Google Shape;133;p6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5" name="Google Shape;135;p6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6" name="Google Shape;136;p6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7" name="Google Shape;137;p6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38" name="Google Shape;138;p6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139" name="Google Shape;139;p6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59" name="Google Shape;159;p8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160" name="Google Shape;160;p8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61" name="Google Shape;161;p8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162" name="Google Shape;162;p8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3" name="Google Shape;163;p8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6" name="Google Shape;166;p8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67" name="Google Shape;167;p8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168" name="Google Shape;168;p8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9" name="Google Shape;169;p8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0" name="Google Shape;170;p8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" name="Google Shape;171;p8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" name="Google Shape;172;p8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73" name="Google Shape;173;p8"/>
          <p:cNvGrpSpPr/>
          <p:nvPr/>
        </p:nvGrpSpPr>
        <p:grpSpPr>
          <a:xfrm>
            <a:off x="401038" y="333613"/>
            <a:ext cx="8355300" cy="4476275"/>
            <a:chOff x="401038" y="333613"/>
            <a:chExt cx="8355300" cy="4476275"/>
          </a:xfrm>
        </p:grpSpPr>
        <p:sp>
          <p:nvSpPr>
            <p:cNvPr id="174" name="Google Shape;174;p8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8" name="Google Shape;178;p8"/>
          <p:cNvGrpSpPr/>
          <p:nvPr/>
        </p:nvGrpSpPr>
        <p:grpSpPr>
          <a:xfrm>
            <a:off x="3768188" y="281250"/>
            <a:ext cx="1607575" cy="178225"/>
            <a:chOff x="3768188" y="4684025"/>
            <a:chExt cx="1607575" cy="178225"/>
          </a:xfrm>
        </p:grpSpPr>
        <p:sp>
          <p:nvSpPr>
            <p:cNvPr id="179" name="Google Shape;179;p8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81" name="Google Shape;181;p8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182" name="Google Shape;182;p8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3" name="Google Shape;183;p8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4" name="Google Shape;184;p8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5" name="Google Shape;185;p8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6" name="Google Shape;186;p8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>
            <a:spLocks noGrp="1"/>
          </p:cNvSpPr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9" name="Google Shape;189;p9"/>
          <p:cNvSpPr txBox="1">
            <a:spLocks noGrp="1"/>
          </p:cNvSpPr>
          <p:nvPr>
            <p:ph type="subTitle" idx="1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>
            <a:off x="401025" y="333613"/>
            <a:ext cx="8341875" cy="4476263"/>
            <a:chOff x="401038" y="333625"/>
            <a:chExt cx="8341875" cy="4476263"/>
          </a:xfrm>
        </p:grpSpPr>
        <p:sp>
          <p:nvSpPr>
            <p:cNvPr id="191" name="Google Shape;191;p9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3" name="Google Shape;193;p9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194" name="Google Shape;194;p9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96" name="Google Shape;196;p9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197" name="Google Shape;197;p9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7" name="Google Shape;20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08" name="Google Shape;208;p11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209" name="Google Shape;209;p11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210;p11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11" name="Google Shape;211;p11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212" name="Google Shape;212;p11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13" name="Google Shape;213;p11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214" name="Google Shape;214;p11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220" name="Google Shape;220;p11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3" name="Google Shape;223;p11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4" name="Google Shape;224;p11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subTitle" idx="1"/>
          </p:nvPr>
        </p:nvSpPr>
        <p:spPr>
          <a:xfrm>
            <a:off x="804550" y="2253982"/>
            <a:ext cx="2388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3"/>
          <p:cNvSpPr txBox="1">
            <a:spLocks noGrp="1"/>
          </p:cNvSpPr>
          <p:nvPr>
            <p:ph type="subTitle" idx="2"/>
          </p:nvPr>
        </p:nvSpPr>
        <p:spPr>
          <a:xfrm>
            <a:off x="804550" y="2675425"/>
            <a:ext cx="2388600" cy="10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subTitle" idx="3"/>
          </p:nvPr>
        </p:nvSpPr>
        <p:spPr>
          <a:xfrm>
            <a:off x="3377700" y="2253985"/>
            <a:ext cx="2388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subTitle" idx="4"/>
          </p:nvPr>
        </p:nvSpPr>
        <p:spPr>
          <a:xfrm>
            <a:off x="3377700" y="2675428"/>
            <a:ext cx="2388600" cy="10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3"/>
          <p:cNvSpPr txBox="1">
            <a:spLocks noGrp="1"/>
          </p:cNvSpPr>
          <p:nvPr>
            <p:ph type="subTitle" idx="5"/>
          </p:nvPr>
        </p:nvSpPr>
        <p:spPr>
          <a:xfrm>
            <a:off x="5950850" y="2253985"/>
            <a:ext cx="2388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3"/>
          <p:cNvSpPr txBox="1">
            <a:spLocks noGrp="1"/>
          </p:cNvSpPr>
          <p:nvPr>
            <p:ph type="subTitle" idx="6"/>
          </p:nvPr>
        </p:nvSpPr>
        <p:spPr>
          <a:xfrm>
            <a:off x="5950850" y="2675428"/>
            <a:ext cx="2388600" cy="10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3"/>
          <p:cNvSpPr txBox="1">
            <a:spLocks noGrp="1"/>
          </p:cNvSpPr>
          <p:nvPr>
            <p:ph type="title" idx="7" hasCustomPrompt="1"/>
          </p:nvPr>
        </p:nvSpPr>
        <p:spPr>
          <a:xfrm>
            <a:off x="1528150" y="1676925"/>
            <a:ext cx="9414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35" name="Google Shape;235;p13"/>
          <p:cNvSpPr txBox="1">
            <a:spLocks noGrp="1"/>
          </p:cNvSpPr>
          <p:nvPr>
            <p:ph type="title" idx="8" hasCustomPrompt="1"/>
          </p:nvPr>
        </p:nvSpPr>
        <p:spPr>
          <a:xfrm>
            <a:off x="4101300" y="1676925"/>
            <a:ext cx="9414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36" name="Google Shape;236;p13"/>
          <p:cNvSpPr txBox="1">
            <a:spLocks noGrp="1"/>
          </p:cNvSpPr>
          <p:nvPr>
            <p:ph type="title" idx="9" hasCustomPrompt="1"/>
          </p:nvPr>
        </p:nvSpPr>
        <p:spPr>
          <a:xfrm>
            <a:off x="6674450" y="1676925"/>
            <a:ext cx="9414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grpSp>
        <p:nvGrpSpPr>
          <p:cNvPr id="237" name="Google Shape;237;p13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238" name="Google Shape;238;p13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40" name="Google Shape;240;p13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241" name="Google Shape;241;p13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2" name="Google Shape;242;p13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3" name="Google Shape;243;p13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4" name="Google Shape;244;p13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5" name="Google Shape;245;p13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246" name="Google Shape;246;p13"/>
          <p:cNvGrpSpPr/>
          <p:nvPr/>
        </p:nvGrpSpPr>
        <p:grpSpPr>
          <a:xfrm>
            <a:off x="401038" y="333625"/>
            <a:ext cx="8341875" cy="4476263"/>
            <a:chOff x="401038" y="333625"/>
            <a:chExt cx="8341875" cy="4476263"/>
          </a:xfrm>
        </p:grpSpPr>
        <p:sp>
          <p:nvSpPr>
            <p:cNvPr id="247" name="Google Shape;247;p13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80" name="Google Shape;280;p15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281" name="Google Shape;281;p15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83" name="Google Shape;283;p15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284" name="Google Shape;284;p15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5" name="Google Shape;285;p15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6" name="Google Shape;286;p15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7" name="Google Shape;287;p15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" name="Google Shape;288;p15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289" name="Google Shape;289;p15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290" name="Google Shape;290;p15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5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94" name="Google Shape;294;p16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295" name="Google Shape;295;p16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96" name="Google Shape;296;p16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297" name="Google Shape;297;p16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302" name="Google Shape;302;p16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303" name="Google Shape;303;p16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308" name="Google Shape;308;p16"/>
          <p:cNvGrpSpPr/>
          <p:nvPr/>
        </p:nvGrpSpPr>
        <p:grpSpPr>
          <a:xfrm>
            <a:off x="401025" y="333613"/>
            <a:ext cx="8341875" cy="4476263"/>
            <a:chOff x="401038" y="333625"/>
            <a:chExt cx="8341875" cy="4476263"/>
          </a:xfrm>
        </p:grpSpPr>
        <p:sp>
          <p:nvSpPr>
            <p:cNvPr id="309" name="Google Shape;309;p16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4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subTitle" idx="1"/>
          </p:nvPr>
        </p:nvSpPr>
        <p:spPr>
          <a:xfrm>
            <a:off x="910563" y="1480500"/>
            <a:ext cx="3385500" cy="241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2"/>
          </p:nvPr>
        </p:nvSpPr>
        <p:spPr>
          <a:xfrm>
            <a:off x="4847938" y="1480500"/>
            <a:ext cx="3385500" cy="241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6" name="Google Shape;356;p19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357" name="Google Shape;357;p19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" name="Google Shape;358;p19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59" name="Google Shape;359;p19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360" name="Google Shape;360;p19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365" name="Google Shape;365;p19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366" name="Google Shape;366;p19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21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419" name="Google Shape;419;p21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21" name="Google Shape;421;p21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422" name="Google Shape;422;p21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3" name="Google Shape;423;p21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4" name="Google Shape;424;p21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5" name="Google Shape;425;p21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6" name="Google Shape;426;p21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427" name="Google Shape;427;p21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428" name="Google Shape;428;p21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22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432" name="Google Shape;432;p22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33" name="Google Shape;433;p22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434" name="Google Shape;434;p2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5" name="Google Shape;435;p2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6" name="Google Shape;436;p2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7" name="Google Shape;437;p2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8" name="Google Shape;438;p2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39" name="Google Shape;439;p22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440" name="Google Shape;440;p2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52" extrusionOk="0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89" extrusionOk="0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2" name="Google Shape;442;p2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3" name="Google Shape;443;p2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2352" extrusionOk="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4" name="Google Shape;444;p2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2390" extrusionOk="0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445" name="Google Shape;445;p22"/>
          <p:cNvGrpSpPr/>
          <p:nvPr/>
        </p:nvGrpSpPr>
        <p:grpSpPr>
          <a:xfrm>
            <a:off x="401025" y="333613"/>
            <a:ext cx="8341875" cy="4476263"/>
            <a:chOff x="401038" y="333625"/>
            <a:chExt cx="8341875" cy="4476263"/>
          </a:xfrm>
        </p:grpSpPr>
        <p:sp>
          <p:nvSpPr>
            <p:cNvPr id="446" name="Google Shape;446;p22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Char char="●"/>
              <a:defRPr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1" r:id="rId9"/>
    <p:sldLayoutId id="2147483662" r:id="rId10"/>
    <p:sldLayoutId id="2147483665" r:id="rId11"/>
    <p:sldLayoutId id="2147483667" r:id="rId12"/>
    <p:sldLayoutId id="214748366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143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1zg1WS9LNQ&amp;t=149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6"/>
          <p:cNvSpPr txBox="1">
            <a:spLocks noGrp="1"/>
          </p:cNvSpPr>
          <p:nvPr>
            <p:ph type="subTitle" idx="1"/>
          </p:nvPr>
        </p:nvSpPr>
        <p:spPr>
          <a:xfrm>
            <a:off x="1639328" y="4034450"/>
            <a:ext cx="57822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00"/>
              <a:buFont typeface="Arial"/>
              <a:buNone/>
            </a:pPr>
            <a:r>
              <a:rPr lang="ko-KR" altLang="en-US" dirty="0"/>
              <a:t>팀</a:t>
            </a:r>
            <a:r>
              <a:rPr lang="en-US" altLang="ko-KR" dirty="0"/>
              <a:t>7(Snoopy) | </a:t>
            </a:r>
            <a:r>
              <a:rPr lang="ko-KR" altLang="en-US" dirty="0"/>
              <a:t>이승준</a:t>
            </a:r>
            <a:r>
              <a:rPr lang="en-US" altLang="ko-KR" dirty="0"/>
              <a:t>,</a:t>
            </a:r>
            <a:r>
              <a:rPr lang="ko-KR" altLang="en-US" dirty="0"/>
              <a:t>강태영</a:t>
            </a:r>
            <a:r>
              <a:rPr lang="en-US" altLang="ko-KR" dirty="0"/>
              <a:t>,</a:t>
            </a:r>
            <a:r>
              <a:rPr lang="ko-KR" altLang="en-US" dirty="0"/>
              <a:t>정효임</a:t>
            </a:r>
            <a:r>
              <a:rPr lang="en-US" altLang="ko-KR" dirty="0"/>
              <a:t>,</a:t>
            </a:r>
            <a:r>
              <a:rPr lang="ko-KR" altLang="en-US" dirty="0"/>
              <a:t>부민끼엔</a:t>
            </a:r>
            <a:endParaRPr dirty="0"/>
          </a:p>
        </p:txBody>
      </p:sp>
      <p:sp>
        <p:nvSpPr>
          <p:cNvPr id="460" name="Google Shape;460;p26"/>
          <p:cNvSpPr txBox="1">
            <a:spLocks noGrp="1"/>
          </p:cNvSpPr>
          <p:nvPr>
            <p:ph type="ctrTitle" idx="2"/>
          </p:nvPr>
        </p:nvSpPr>
        <p:spPr>
          <a:xfrm>
            <a:off x="1680900" y="2721350"/>
            <a:ext cx="5782200" cy="6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/>
              <a:t>타워 디펜스 </a:t>
            </a:r>
            <a:r>
              <a:rPr lang="en-US" altLang="ko-KR" dirty="0"/>
              <a:t>x SRPG</a:t>
            </a:r>
            <a:r>
              <a:rPr lang="ko-KR" altLang="en-US" sz="2800" dirty="0"/>
              <a:t>전락게임</a:t>
            </a:r>
            <a:endParaRPr lang="en-US" sz="2800" dirty="0"/>
          </a:p>
        </p:txBody>
      </p:sp>
      <p:grpSp>
        <p:nvGrpSpPr>
          <p:cNvPr id="461" name="Google Shape;461;p26"/>
          <p:cNvGrpSpPr/>
          <p:nvPr/>
        </p:nvGrpSpPr>
        <p:grpSpPr>
          <a:xfrm>
            <a:off x="601282" y="585208"/>
            <a:ext cx="1174490" cy="1118533"/>
            <a:chOff x="4011167" y="1434654"/>
            <a:chExt cx="1875283" cy="1785938"/>
          </a:xfrm>
        </p:grpSpPr>
        <p:grpSp>
          <p:nvGrpSpPr>
            <p:cNvPr id="462" name="Google Shape;462;p26"/>
            <p:cNvGrpSpPr/>
            <p:nvPr/>
          </p:nvGrpSpPr>
          <p:grpSpPr>
            <a:xfrm>
              <a:off x="4011167" y="1434654"/>
              <a:ext cx="1874615" cy="1785651"/>
              <a:chOff x="4011167" y="1434654"/>
              <a:chExt cx="1874615" cy="1785651"/>
            </a:xfrm>
          </p:grpSpPr>
          <p:sp>
            <p:nvSpPr>
              <p:cNvPr id="463" name="Google Shape;463;p26"/>
              <p:cNvSpPr/>
              <p:nvPr/>
            </p:nvSpPr>
            <p:spPr>
              <a:xfrm>
                <a:off x="5439917" y="2149030"/>
                <a:ext cx="148875" cy="148875"/>
              </a:xfrm>
              <a:custGeom>
                <a:avLst/>
                <a:gdLst/>
                <a:ahLst/>
                <a:cxnLst/>
                <a:rect l="l" t="t" r="r" b="b"/>
                <a:pathLst>
                  <a:path w="148875" h="148875" extrusionOk="0">
                    <a:moveTo>
                      <a:pt x="89345" y="148876"/>
                    </a:moveTo>
                    <a:lnTo>
                      <a:pt x="89345" y="119063"/>
                    </a:lnTo>
                    <a:lnTo>
                      <a:pt x="119063" y="119063"/>
                    </a:lnTo>
                    <a:lnTo>
                      <a:pt x="119063" y="89344"/>
                    </a:lnTo>
                    <a:lnTo>
                      <a:pt x="148876" y="89344"/>
                    </a:lnTo>
                    <a:lnTo>
                      <a:pt x="148876" y="29813"/>
                    </a:lnTo>
                    <a:lnTo>
                      <a:pt x="119063" y="29813"/>
                    </a:lnTo>
                    <a:lnTo>
                      <a:pt x="119063" y="0"/>
                    </a:lnTo>
                    <a:lnTo>
                      <a:pt x="89345" y="0"/>
                    </a:lnTo>
                    <a:lnTo>
                      <a:pt x="89345" y="29813"/>
                    </a:lnTo>
                    <a:lnTo>
                      <a:pt x="59627" y="29813"/>
                    </a:lnTo>
                    <a:lnTo>
                      <a:pt x="59627" y="0"/>
                    </a:lnTo>
                    <a:lnTo>
                      <a:pt x="29813" y="0"/>
                    </a:lnTo>
                    <a:lnTo>
                      <a:pt x="29813" y="29813"/>
                    </a:lnTo>
                    <a:lnTo>
                      <a:pt x="0" y="29813"/>
                    </a:lnTo>
                    <a:lnTo>
                      <a:pt x="0" y="89344"/>
                    </a:lnTo>
                    <a:lnTo>
                      <a:pt x="29813" y="89344"/>
                    </a:lnTo>
                    <a:lnTo>
                      <a:pt x="29813" y="119063"/>
                    </a:lnTo>
                    <a:lnTo>
                      <a:pt x="59627" y="119063"/>
                    </a:lnTo>
                    <a:lnTo>
                      <a:pt x="59627" y="148876"/>
                    </a:lnTo>
                    <a:lnTo>
                      <a:pt x="89345" y="148876"/>
                    </a:lnTo>
                    <a:close/>
                  </a:path>
                </a:pathLst>
              </a:custGeom>
              <a:noFill/>
              <a:ln w="59525" cap="flat" cmpd="sng">
                <a:solidFill>
                  <a:schemeClr val="accent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26"/>
              <p:cNvSpPr/>
              <p:nvPr/>
            </p:nvSpPr>
            <p:spPr>
              <a:xfrm>
                <a:off x="4189856" y="2000249"/>
                <a:ext cx="148780" cy="148780"/>
              </a:xfrm>
              <a:custGeom>
                <a:avLst/>
                <a:gdLst/>
                <a:ahLst/>
                <a:cxnLst/>
                <a:rect l="l" t="t" r="r" b="b"/>
                <a:pathLst>
                  <a:path w="148780" h="148780" extrusionOk="0">
                    <a:moveTo>
                      <a:pt x="59436" y="89344"/>
                    </a:moveTo>
                    <a:lnTo>
                      <a:pt x="59436" y="119063"/>
                    </a:lnTo>
                    <a:lnTo>
                      <a:pt x="59436" y="148781"/>
                    </a:lnTo>
                    <a:lnTo>
                      <a:pt x="89249" y="148781"/>
                    </a:lnTo>
                    <a:lnTo>
                      <a:pt x="89249" y="119063"/>
                    </a:lnTo>
                    <a:lnTo>
                      <a:pt x="89249" y="89344"/>
                    </a:lnTo>
                    <a:lnTo>
                      <a:pt x="119063" y="89344"/>
                    </a:lnTo>
                    <a:lnTo>
                      <a:pt x="148781" y="89344"/>
                    </a:lnTo>
                    <a:lnTo>
                      <a:pt x="148781" y="59531"/>
                    </a:lnTo>
                    <a:lnTo>
                      <a:pt x="119063" y="59531"/>
                    </a:lnTo>
                    <a:lnTo>
                      <a:pt x="89249" y="59531"/>
                    </a:lnTo>
                    <a:lnTo>
                      <a:pt x="89249" y="29718"/>
                    </a:lnTo>
                    <a:lnTo>
                      <a:pt x="89249" y="0"/>
                    </a:lnTo>
                    <a:lnTo>
                      <a:pt x="59436" y="0"/>
                    </a:lnTo>
                    <a:lnTo>
                      <a:pt x="59436" y="29718"/>
                    </a:lnTo>
                    <a:lnTo>
                      <a:pt x="59436" y="59531"/>
                    </a:lnTo>
                    <a:lnTo>
                      <a:pt x="29718" y="59531"/>
                    </a:lnTo>
                    <a:lnTo>
                      <a:pt x="0" y="59531"/>
                    </a:lnTo>
                    <a:lnTo>
                      <a:pt x="0" y="89344"/>
                    </a:lnTo>
                    <a:lnTo>
                      <a:pt x="29718" y="89344"/>
                    </a:lnTo>
                    <a:lnTo>
                      <a:pt x="59436" y="89344"/>
                    </a:lnTo>
                    <a:close/>
                  </a:path>
                </a:pathLst>
              </a:custGeom>
              <a:noFill/>
              <a:ln w="5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26"/>
              <p:cNvSpPr/>
              <p:nvPr/>
            </p:nvSpPr>
            <p:spPr>
              <a:xfrm>
                <a:off x="4338637" y="2089593"/>
                <a:ext cx="148780" cy="148780"/>
              </a:xfrm>
              <a:custGeom>
                <a:avLst/>
                <a:gdLst/>
                <a:ahLst/>
                <a:cxnLst/>
                <a:rect l="l" t="t" r="r" b="b"/>
                <a:pathLst>
                  <a:path w="148780" h="148780" extrusionOk="0">
                    <a:moveTo>
                      <a:pt x="89345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59531" y="59436"/>
                    </a:lnTo>
                    <a:lnTo>
                      <a:pt x="29718" y="59436"/>
                    </a:lnTo>
                    <a:lnTo>
                      <a:pt x="0" y="59436"/>
                    </a:lnTo>
                    <a:lnTo>
                      <a:pt x="0" y="89249"/>
                    </a:lnTo>
                    <a:lnTo>
                      <a:pt x="29718" y="89249"/>
                    </a:lnTo>
                    <a:lnTo>
                      <a:pt x="59531" y="89249"/>
                    </a:lnTo>
                    <a:lnTo>
                      <a:pt x="59531" y="119063"/>
                    </a:lnTo>
                    <a:lnTo>
                      <a:pt x="59531" y="148781"/>
                    </a:lnTo>
                    <a:lnTo>
                      <a:pt x="89345" y="148781"/>
                    </a:lnTo>
                    <a:lnTo>
                      <a:pt x="89345" y="119063"/>
                    </a:lnTo>
                    <a:lnTo>
                      <a:pt x="89345" y="89249"/>
                    </a:lnTo>
                    <a:lnTo>
                      <a:pt x="119063" y="89249"/>
                    </a:lnTo>
                    <a:lnTo>
                      <a:pt x="148780" y="89249"/>
                    </a:lnTo>
                    <a:lnTo>
                      <a:pt x="148780" y="59436"/>
                    </a:lnTo>
                    <a:lnTo>
                      <a:pt x="119063" y="59436"/>
                    </a:lnTo>
                    <a:lnTo>
                      <a:pt x="89345" y="59436"/>
                    </a:lnTo>
                    <a:lnTo>
                      <a:pt x="89345" y="29718"/>
                    </a:lnTo>
                    <a:lnTo>
                      <a:pt x="89345" y="0"/>
                    </a:lnTo>
                    <a:close/>
                  </a:path>
                </a:pathLst>
              </a:custGeom>
              <a:noFill/>
              <a:ln w="5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26"/>
              <p:cNvSpPr/>
              <p:nvPr/>
            </p:nvSpPr>
            <p:spPr>
              <a:xfrm>
                <a:off x="4011167" y="1434654"/>
                <a:ext cx="1874615" cy="1785651"/>
              </a:xfrm>
              <a:custGeom>
                <a:avLst/>
                <a:gdLst/>
                <a:ahLst/>
                <a:cxnLst/>
                <a:rect l="l" t="t" r="r" b="b"/>
                <a:pathLst>
                  <a:path w="1874615" h="1785651" extrusionOk="0">
                    <a:moveTo>
                      <a:pt x="327470" y="1250252"/>
                    </a:moveTo>
                    <a:lnTo>
                      <a:pt x="327470" y="1279970"/>
                    </a:lnTo>
                    <a:lnTo>
                      <a:pt x="387001" y="1279970"/>
                    </a:lnTo>
                    <a:lnTo>
                      <a:pt x="387001" y="1309688"/>
                    </a:lnTo>
                    <a:lnTo>
                      <a:pt x="357283" y="1309688"/>
                    </a:lnTo>
                    <a:lnTo>
                      <a:pt x="357283" y="1339406"/>
                    </a:lnTo>
                    <a:lnTo>
                      <a:pt x="387001" y="1339406"/>
                    </a:lnTo>
                    <a:lnTo>
                      <a:pt x="387001" y="1369124"/>
                    </a:lnTo>
                    <a:lnTo>
                      <a:pt x="446532" y="1369124"/>
                    </a:lnTo>
                    <a:lnTo>
                      <a:pt x="446532" y="1398842"/>
                    </a:lnTo>
                    <a:lnTo>
                      <a:pt x="506063" y="1398842"/>
                    </a:lnTo>
                    <a:lnTo>
                      <a:pt x="506063" y="1369124"/>
                    </a:lnTo>
                    <a:lnTo>
                      <a:pt x="565595" y="1369124"/>
                    </a:lnTo>
                    <a:lnTo>
                      <a:pt x="565595" y="1339406"/>
                    </a:lnTo>
                    <a:lnTo>
                      <a:pt x="625126" y="1339406"/>
                    </a:lnTo>
                    <a:lnTo>
                      <a:pt x="625126" y="1369124"/>
                    </a:lnTo>
                    <a:lnTo>
                      <a:pt x="595408" y="1369124"/>
                    </a:lnTo>
                    <a:lnTo>
                      <a:pt x="595408" y="1398842"/>
                    </a:lnTo>
                    <a:lnTo>
                      <a:pt x="625126" y="1398842"/>
                    </a:lnTo>
                    <a:lnTo>
                      <a:pt x="625126" y="1428560"/>
                    </a:lnTo>
                    <a:lnTo>
                      <a:pt x="654844" y="1428560"/>
                    </a:lnTo>
                    <a:lnTo>
                      <a:pt x="654844" y="1517904"/>
                    </a:lnTo>
                    <a:lnTo>
                      <a:pt x="625126" y="1517904"/>
                    </a:lnTo>
                    <a:lnTo>
                      <a:pt x="625126" y="1547622"/>
                    </a:lnTo>
                    <a:lnTo>
                      <a:pt x="595408" y="1547622"/>
                    </a:lnTo>
                    <a:lnTo>
                      <a:pt x="595408" y="1636967"/>
                    </a:lnTo>
                    <a:lnTo>
                      <a:pt x="625126" y="1636967"/>
                    </a:lnTo>
                    <a:lnTo>
                      <a:pt x="625126" y="1696498"/>
                    </a:lnTo>
                    <a:lnTo>
                      <a:pt x="654844" y="1696498"/>
                    </a:lnTo>
                    <a:lnTo>
                      <a:pt x="654844" y="1726216"/>
                    </a:lnTo>
                    <a:lnTo>
                      <a:pt x="684562" y="1726216"/>
                    </a:lnTo>
                    <a:lnTo>
                      <a:pt x="684562" y="1755934"/>
                    </a:lnTo>
                    <a:lnTo>
                      <a:pt x="744093" y="1755934"/>
                    </a:lnTo>
                    <a:lnTo>
                      <a:pt x="744093" y="1785652"/>
                    </a:lnTo>
                    <a:lnTo>
                      <a:pt x="922687" y="1785652"/>
                    </a:lnTo>
                    <a:lnTo>
                      <a:pt x="922687" y="1755934"/>
                    </a:lnTo>
                    <a:lnTo>
                      <a:pt x="982218" y="1755934"/>
                    </a:lnTo>
                    <a:lnTo>
                      <a:pt x="982218" y="1726216"/>
                    </a:lnTo>
                    <a:lnTo>
                      <a:pt x="1011936" y="1726216"/>
                    </a:lnTo>
                    <a:lnTo>
                      <a:pt x="1011936" y="1696498"/>
                    </a:lnTo>
                    <a:lnTo>
                      <a:pt x="1041654" y="1696498"/>
                    </a:lnTo>
                    <a:lnTo>
                      <a:pt x="1041654" y="1636967"/>
                    </a:lnTo>
                    <a:lnTo>
                      <a:pt x="1071372" y="1636967"/>
                    </a:lnTo>
                    <a:lnTo>
                      <a:pt x="1071372" y="1547622"/>
                    </a:lnTo>
                    <a:lnTo>
                      <a:pt x="1041654" y="1547622"/>
                    </a:lnTo>
                    <a:lnTo>
                      <a:pt x="1041654" y="1517904"/>
                    </a:lnTo>
                    <a:lnTo>
                      <a:pt x="1011936" y="1517904"/>
                    </a:lnTo>
                    <a:lnTo>
                      <a:pt x="1011936" y="1428560"/>
                    </a:lnTo>
                    <a:lnTo>
                      <a:pt x="982218" y="1428560"/>
                    </a:lnTo>
                    <a:lnTo>
                      <a:pt x="982218" y="1398842"/>
                    </a:lnTo>
                    <a:lnTo>
                      <a:pt x="1101281" y="1398842"/>
                    </a:lnTo>
                    <a:lnTo>
                      <a:pt x="1101281" y="1369124"/>
                    </a:lnTo>
                    <a:lnTo>
                      <a:pt x="1339406" y="1369124"/>
                    </a:lnTo>
                    <a:lnTo>
                      <a:pt x="1339406" y="1339406"/>
                    </a:lnTo>
                    <a:lnTo>
                      <a:pt x="1369124" y="1339406"/>
                    </a:lnTo>
                    <a:lnTo>
                      <a:pt x="1369124" y="1309688"/>
                    </a:lnTo>
                    <a:lnTo>
                      <a:pt x="1398842" y="1309688"/>
                    </a:lnTo>
                    <a:lnTo>
                      <a:pt x="1398842" y="1220343"/>
                    </a:lnTo>
                    <a:lnTo>
                      <a:pt x="1428560" y="1220343"/>
                    </a:lnTo>
                    <a:lnTo>
                      <a:pt x="1428560" y="1130999"/>
                    </a:lnTo>
                    <a:lnTo>
                      <a:pt x="1458278" y="1130999"/>
                    </a:lnTo>
                    <a:lnTo>
                      <a:pt x="1458278" y="1011936"/>
                    </a:lnTo>
                    <a:lnTo>
                      <a:pt x="1428560" y="1011936"/>
                    </a:lnTo>
                    <a:lnTo>
                      <a:pt x="1428560" y="892874"/>
                    </a:lnTo>
                    <a:lnTo>
                      <a:pt x="1398842" y="892874"/>
                    </a:lnTo>
                    <a:lnTo>
                      <a:pt x="1398842" y="803529"/>
                    </a:lnTo>
                    <a:lnTo>
                      <a:pt x="1369124" y="803529"/>
                    </a:lnTo>
                    <a:lnTo>
                      <a:pt x="1369124" y="773811"/>
                    </a:lnTo>
                    <a:lnTo>
                      <a:pt x="1339406" y="773811"/>
                    </a:lnTo>
                    <a:lnTo>
                      <a:pt x="1339406" y="684467"/>
                    </a:lnTo>
                    <a:lnTo>
                      <a:pt x="1369124" y="684467"/>
                    </a:lnTo>
                    <a:lnTo>
                      <a:pt x="1369124" y="654749"/>
                    </a:lnTo>
                    <a:lnTo>
                      <a:pt x="1398842" y="654749"/>
                    </a:lnTo>
                    <a:lnTo>
                      <a:pt x="1398842" y="625031"/>
                    </a:lnTo>
                    <a:lnTo>
                      <a:pt x="1428560" y="625031"/>
                    </a:lnTo>
                    <a:lnTo>
                      <a:pt x="1428560" y="595313"/>
                    </a:lnTo>
                    <a:lnTo>
                      <a:pt x="1458278" y="595313"/>
                    </a:lnTo>
                    <a:lnTo>
                      <a:pt x="1458278" y="535781"/>
                    </a:lnTo>
                    <a:lnTo>
                      <a:pt x="1487996" y="535781"/>
                    </a:lnTo>
                    <a:lnTo>
                      <a:pt x="1487996" y="565499"/>
                    </a:lnTo>
                    <a:lnTo>
                      <a:pt x="1517714" y="565499"/>
                    </a:lnTo>
                    <a:lnTo>
                      <a:pt x="1517714" y="625031"/>
                    </a:lnTo>
                    <a:lnTo>
                      <a:pt x="1547432" y="625031"/>
                    </a:lnTo>
                    <a:lnTo>
                      <a:pt x="1547432" y="654749"/>
                    </a:lnTo>
                    <a:lnTo>
                      <a:pt x="1577150" y="654749"/>
                    </a:lnTo>
                    <a:lnTo>
                      <a:pt x="1577150" y="684467"/>
                    </a:lnTo>
                    <a:lnTo>
                      <a:pt x="1636681" y="684467"/>
                    </a:lnTo>
                    <a:lnTo>
                      <a:pt x="1636681" y="654749"/>
                    </a:lnTo>
                    <a:lnTo>
                      <a:pt x="1666399" y="654749"/>
                    </a:lnTo>
                    <a:lnTo>
                      <a:pt x="1666399" y="625031"/>
                    </a:lnTo>
                    <a:lnTo>
                      <a:pt x="1636681" y="625031"/>
                    </a:lnTo>
                    <a:lnTo>
                      <a:pt x="1636681" y="595313"/>
                    </a:lnTo>
                    <a:lnTo>
                      <a:pt x="1606963" y="595313"/>
                    </a:lnTo>
                    <a:lnTo>
                      <a:pt x="1606963" y="535781"/>
                    </a:lnTo>
                    <a:lnTo>
                      <a:pt x="1577245" y="535781"/>
                    </a:lnTo>
                    <a:lnTo>
                      <a:pt x="1577245" y="476250"/>
                    </a:lnTo>
                    <a:lnTo>
                      <a:pt x="1547527" y="476250"/>
                    </a:lnTo>
                    <a:lnTo>
                      <a:pt x="1547527" y="416719"/>
                    </a:lnTo>
                    <a:lnTo>
                      <a:pt x="1577245" y="416719"/>
                    </a:lnTo>
                    <a:lnTo>
                      <a:pt x="1577245" y="357188"/>
                    </a:lnTo>
                    <a:lnTo>
                      <a:pt x="1606963" y="357188"/>
                    </a:lnTo>
                    <a:lnTo>
                      <a:pt x="1606963" y="327470"/>
                    </a:lnTo>
                    <a:lnTo>
                      <a:pt x="1636681" y="327470"/>
                    </a:lnTo>
                    <a:lnTo>
                      <a:pt x="1636681" y="297752"/>
                    </a:lnTo>
                    <a:lnTo>
                      <a:pt x="1666399" y="297752"/>
                    </a:lnTo>
                    <a:lnTo>
                      <a:pt x="1666399" y="268034"/>
                    </a:lnTo>
                    <a:lnTo>
                      <a:pt x="1696117" y="268034"/>
                    </a:lnTo>
                    <a:lnTo>
                      <a:pt x="1696117" y="238316"/>
                    </a:lnTo>
                    <a:lnTo>
                      <a:pt x="1755648" y="238316"/>
                    </a:lnTo>
                    <a:lnTo>
                      <a:pt x="1755648" y="208598"/>
                    </a:lnTo>
                    <a:lnTo>
                      <a:pt x="1815179" y="208598"/>
                    </a:lnTo>
                    <a:lnTo>
                      <a:pt x="1815179" y="178880"/>
                    </a:lnTo>
                    <a:lnTo>
                      <a:pt x="1844897" y="178880"/>
                    </a:lnTo>
                    <a:lnTo>
                      <a:pt x="1844897" y="89535"/>
                    </a:lnTo>
                    <a:lnTo>
                      <a:pt x="1874615" y="89535"/>
                    </a:lnTo>
                    <a:lnTo>
                      <a:pt x="1874615" y="0"/>
                    </a:lnTo>
                    <a:lnTo>
                      <a:pt x="1785271" y="0"/>
                    </a:lnTo>
                    <a:lnTo>
                      <a:pt x="1785271" y="29718"/>
                    </a:lnTo>
                    <a:lnTo>
                      <a:pt x="1695926" y="29718"/>
                    </a:lnTo>
                    <a:lnTo>
                      <a:pt x="1695926" y="59436"/>
                    </a:lnTo>
                    <a:lnTo>
                      <a:pt x="1666208" y="59436"/>
                    </a:lnTo>
                    <a:lnTo>
                      <a:pt x="1666208" y="118967"/>
                    </a:lnTo>
                    <a:lnTo>
                      <a:pt x="1636490" y="118967"/>
                    </a:lnTo>
                    <a:lnTo>
                      <a:pt x="1636490" y="178499"/>
                    </a:lnTo>
                    <a:lnTo>
                      <a:pt x="1606772" y="178499"/>
                    </a:lnTo>
                    <a:lnTo>
                      <a:pt x="1606772" y="208217"/>
                    </a:lnTo>
                    <a:lnTo>
                      <a:pt x="1577054" y="208217"/>
                    </a:lnTo>
                    <a:lnTo>
                      <a:pt x="1577054" y="237935"/>
                    </a:lnTo>
                    <a:lnTo>
                      <a:pt x="1547336" y="237935"/>
                    </a:lnTo>
                    <a:lnTo>
                      <a:pt x="1547336" y="267653"/>
                    </a:lnTo>
                    <a:lnTo>
                      <a:pt x="1517618" y="267653"/>
                    </a:lnTo>
                    <a:lnTo>
                      <a:pt x="1517618" y="297371"/>
                    </a:lnTo>
                    <a:lnTo>
                      <a:pt x="1458087" y="297371"/>
                    </a:lnTo>
                    <a:lnTo>
                      <a:pt x="1458087" y="327089"/>
                    </a:lnTo>
                    <a:lnTo>
                      <a:pt x="1398556" y="327089"/>
                    </a:lnTo>
                    <a:lnTo>
                      <a:pt x="1398556" y="297371"/>
                    </a:lnTo>
                    <a:lnTo>
                      <a:pt x="1368838" y="297371"/>
                    </a:lnTo>
                    <a:lnTo>
                      <a:pt x="1368838" y="267653"/>
                    </a:lnTo>
                    <a:lnTo>
                      <a:pt x="1279493" y="267653"/>
                    </a:lnTo>
                    <a:lnTo>
                      <a:pt x="1279493" y="237935"/>
                    </a:lnTo>
                    <a:lnTo>
                      <a:pt x="1249775" y="237935"/>
                    </a:lnTo>
                    <a:lnTo>
                      <a:pt x="1249775" y="208217"/>
                    </a:lnTo>
                    <a:lnTo>
                      <a:pt x="1220057" y="208217"/>
                    </a:lnTo>
                    <a:lnTo>
                      <a:pt x="1220057" y="237935"/>
                    </a:lnTo>
                    <a:lnTo>
                      <a:pt x="1190339" y="237935"/>
                    </a:lnTo>
                    <a:lnTo>
                      <a:pt x="1190339" y="267653"/>
                    </a:lnTo>
                    <a:lnTo>
                      <a:pt x="1011745" y="267653"/>
                    </a:lnTo>
                    <a:lnTo>
                      <a:pt x="1011745" y="297371"/>
                    </a:lnTo>
                    <a:lnTo>
                      <a:pt x="773620" y="297371"/>
                    </a:lnTo>
                    <a:lnTo>
                      <a:pt x="773620" y="327089"/>
                    </a:lnTo>
                    <a:lnTo>
                      <a:pt x="446151" y="327089"/>
                    </a:lnTo>
                    <a:lnTo>
                      <a:pt x="446151" y="356807"/>
                    </a:lnTo>
                    <a:lnTo>
                      <a:pt x="356807" y="356807"/>
                    </a:lnTo>
                    <a:lnTo>
                      <a:pt x="356807" y="386525"/>
                    </a:lnTo>
                    <a:lnTo>
                      <a:pt x="327089" y="386525"/>
                    </a:lnTo>
                    <a:lnTo>
                      <a:pt x="327089" y="446056"/>
                    </a:lnTo>
                    <a:lnTo>
                      <a:pt x="356807" y="446056"/>
                    </a:lnTo>
                    <a:lnTo>
                      <a:pt x="356807" y="475774"/>
                    </a:lnTo>
                    <a:lnTo>
                      <a:pt x="446151" y="475774"/>
                    </a:lnTo>
                    <a:lnTo>
                      <a:pt x="446151" y="446056"/>
                    </a:lnTo>
                    <a:lnTo>
                      <a:pt x="475869" y="446056"/>
                    </a:lnTo>
                    <a:lnTo>
                      <a:pt x="475869" y="475774"/>
                    </a:lnTo>
                    <a:lnTo>
                      <a:pt x="505587" y="475774"/>
                    </a:lnTo>
                    <a:lnTo>
                      <a:pt x="505587" y="624554"/>
                    </a:lnTo>
                    <a:lnTo>
                      <a:pt x="535305" y="624554"/>
                    </a:lnTo>
                    <a:lnTo>
                      <a:pt x="535305" y="743617"/>
                    </a:lnTo>
                    <a:lnTo>
                      <a:pt x="565023" y="743617"/>
                    </a:lnTo>
                    <a:lnTo>
                      <a:pt x="565023" y="832961"/>
                    </a:lnTo>
                    <a:lnTo>
                      <a:pt x="594741" y="832961"/>
                    </a:lnTo>
                    <a:lnTo>
                      <a:pt x="594741" y="862679"/>
                    </a:lnTo>
                    <a:lnTo>
                      <a:pt x="624459" y="862679"/>
                    </a:lnTo>
                    <a:lnTo>
                      <a:pt x="624459" y="952024"/>
                    </a:lnTo>
                    <a:lnTo>
                      <a:pt x="654177" y="952024"/>
                    </a:lnTo>
                    <a:lnTo>
                      <a:pt x="654177" y="1041368"/>
                    </a:lnTo>
                    <a:lnTo>
                      <a:pt x="683895" y="1041368"/>
                    </a:lnTo>
                    <a:lnTo>
                      <a:pt x="683895" y="1100900"/>
                    </a:lnTo>
                    <a:lnTo>
                      <a:pt x="654177" y="1100900"/>
                    </a:lnTo>
                    <a:lnTo>
                      <a:pt x="654177" y="1071182"/>
                    </a:lnTo>
                    <a:lnTo>
                      <a:pt x="624459" y="1071182"/>
                    </a:lnTo>
                    <a:lnTo>
                      <a:pt x="624459" y="1100900"/>
                    </a:lnTo>
                    <a:lnTo>
                      <a:pt x="594741" y="1100900"/>
                    </a:lnTo>
                    <a:lnTo>
                      <a:pt x="594741" y="1041368"/>
                    </a:lnTo>
                    <a:lnTo>
                      <a:pt x="624459" y="1041368"/>
                    </a:lnTo>
                    <a:lnTo>
                      <a:pt x="624459" y="981837"/>
                    </a:lnTo>
                    <a:lnTo>
                      <a:pt x="594741" y="981837"/>
                    </a:lnTo>
                    <a:lnTo>
                      <a:pt x="594741" y="952119"/>
                    </a:lnTo>
                    <a:lnTo>
                      <a:pt x="565023" y="952119"/>
                    </a:lnTo>
                    <a:lnTo>
                      <a:pt x="565023" y="922401"/>
                    </a:lnTo>
                    <a:lnTo>
                      <a:pt x="505492" y="922401"/>
                    </a:lnTo>
                    <a:lnTo>
                      <a:pt x="505492" y="892683"/>
                    </a:lnTo>
                    <a:lnTo>
                      <a:pt x="445961" y="892683"/>
                    </a:lnTo>
                    <a:lnTo>
                      <a:pt x="445961" y="862965"/>
                    </a:lnTo>
                    <a:lnTo>
                      <a:pt x="386429" y="862965"/>
                    </a:lnTo>
                    <a:lnTo>
                      <a:pt x="386429" y="833247"/>
                    </a:lnTo>
                    <a:lnTo>
                      <a:pt x="326898" y="833247"/>
                    </a:lnTo>
                    <a:lnTo>
                      <a:pt x="326898" y="803529"/>
                    </a:lnTo>
                    <a:lnTo>
                      <a:pt x="267367" y="803529"/>
                    </a:lnTo>
                    <a:lnTo>
                      <a:pt x="267367" y="773811"/>
                    </a:lnTo>
                    <a:lnTo>
                      <a:pt x="207836" y="773811"/>
                    </a:lnTo>
                    <a:lnTo>
                      <a:pt x="207836" y="744093"/>
                    </a:lnTo>
                    <a:lnTo>
                      <a:pt x="148304" y="744093"/>
                    </a:lnTo>
                    <a:lnTo>
                      <a:pt x="148304" y="714375"/>
                    </a:lnTo>
                    <a:lnTo>
                      <a:pt x="88773" y="714375"/>
                    </a:lnTo>
                    <a:lnTo>
                      <a:pt x="88773" y="684657"/>
                    </a:lnTo>
                    <a:lnTo>
                      <a:pt x="0" y="684657"/>
                    </a:lnTo>
                    <a:lnTo>
                      <a:pt x="0" y="774002"/>
                    </a:lnTo>
                    <a:lnTo>
                      <a:pt x="29718" y="774002"/>
                    </a:lnTo>
                    <a:lnTo>
                      <a:pt x="29718" y="833533"/>
                    </a:lnTo>
                    <a:lnTo>
                      <a:pt x="59436" y="833533"/>
                    </a:lnTo>
                    <a:lnTo>
                      <a:pt x="59436" y="893064"/>
                    </a:lnTo>
                    <a:lnTo>
                      <a:pt x="89154" y="893064"/>
                    </a:lnTo>
                    <a:lnTo>
                      <a:pt x="89154" y="952595"/>
                    </a:lnTo>
                    <a:lnTo>
                      <a:pt x="118872" y="952595"/>
                    </a:lnTo>
                    <a:lnTo>
                      <a:pt x="118872" y="1012127"/>
                    </a:lnTo>
                    <a:lnTo>
                      <a:pt x="148590" y="1012127"/>
                    </a:lnTo>
                    <a:lnTo>
                      <a:pt x="148590" y="1071658"/>
                    </a:lnTo>
                    <a:lnTo>
                      <a:pt x="178308" y="1071658"/>
                    </a:lnTo>
                    <a:lnTo>
                      <a:pt x="178308" y="1131189"/>
                    </a:lnTo>
                    <a:lnTo>
                      <a:pt x="208026" y="1131189"/>
                    </a:lnTo>
                    <a:lnTo>
                      <a:pt x="208026" y="1190720"/>
                    </a:lnTo>
                    <a:lnTo>
                      <a:pt x="237744" y="1190720"/>
                    </a:lnTo>
                    <a:lnTo>
                      <a:pt x="237744" y="1220438"/>
                    </a:lnTo>
                    <a:lnTo>
                      <a:pt x="267462" y="1220438"/>
                    </a:lnTo>
                    <a:lnTo>
                      <a:pt x="267462" y="1250156"/>
                    </a:lnTo>
                    <a:lnTo>
                      <a:pt x="326993" y="1250156"/>
                    </a:lnTo>
                    <a:close/>
                    <a:moveTo>
                      <a:pt x="1309688" y="387096"/>
                    </a:moveTo>
                    <a:lnTo>
                      <a:pt x="1339406" y="387096"/>
                    </a:lnTo>
                    <a:lnTo>
                      <a:pt x="1339406" y="416814"/>
                    </a:lnTo>
                    <a:lnTo>
                      <a:pt x="1309688" y="416814"/>
                    </a:lnTo>
                    <a:lnTo>
                      <a:pt x="1309688" y="387096"/>
                    </a:lnTo>
                    <a:close/>
                  </a:path>
                </a:pathLst>
              </a:custGeom>
              <a:noFill/>
              <a:ln w="59525" cap="flat" cmpd="sng">
                <a:solidFill>
                  <a:schemeClr val="lt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7" name="Google Shape;467;p26"/>
            <p:cNvGrpSpPr/>
            <p:nvPr/>
          </p:nvGrpSpPr>
          <p:grpSpPr>
            <a:xfrm>
              <a:off x="4011168" y="1434655"/>
              <a:ext cx="1875282" cy="1785937"/>
              <a:chOff x="4011168" y="1434655"/>
              <a:chExt cx="1875282" cy="1785937"/>
            </a:xfrm>
          </p:grpSpPr>
          <p:grpSp>
            <p:nvGrpSpPr>
              <p:cNvPr id="468" name="Google Shape;468;p26"/>
              <p:cNvGrpSpPr/>
              <p:nvPr/>
            </p:nvGrpSpPr>
            <p:grpSpPr>
              <a:xfrm>
                <a:off x="4874418" y="2208656"/>
                <a:ext cx="208312" cy="238125"/>
                <a:chOff x="4874418" y="2208656"/>
                <a:chExt cx="208312" cy="238125"/>
              </a:xfrm>
            </p:grpSpPr>
            <p:sp>
              <p:nvSpPr>
                <p:cNvPr id="469" name="Google Shape;469;p26"/>
                <p:cNvSpPr/>
                <p:nvPr/>
              </p:nvSpPr>
              <p:spPr>
                <a:xfrm>
                  <a:off x="4933950" y="22680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26"/>
                <p:cNvSpPr/>
                <p:nvPr/>
              </p:nvSpPr>
              <p:spPr>
                <a:xfrm>
                  <a:off x="5053012" y="23277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" name="Google Shape;471;p26"/>
                <p:cNvSpPr/>
                <p:nvPr/>
              </p:nvSpPr>
              <p:spPr>
                <a:xfrm>
                  <a:off x="4963668" y="238715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" name="Google Shape;472;p26"/>
                <p:cNvSpPr/>
                <p:nvPr/>
              </p:nvSpPr>
              <p:spPr>
                <a:xfrm>
                  <a:off x="4963668" y="2208656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" name="Google Shape;473;p26"/>
                <p:cNvSpPr/>
                <p:nvPr/>
              </p:nvSpPr>
              <p:spPr>
                <a:xfrm>
                  <a:off x="4904232" y="2297905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" name="Google Shape;474;p26"/>
                <p:cNvSpPr/>
                <p:nvPr/>
              </p:nvSpPr>
              <p:spPr>
                <a:xfrm>
                  <a:off x="4993481" y="22979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" name="Google Shape;475;p26"/>
                <p:cNvSpPr/>
                <p:nvPr/>
              </p:nvSpPr>
              <p:spPr>
                <a:xfrm>
                  <a:off x="5053012" y="23277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" name="Google Shape;476;p26"/>
                <p:cNvSpPr/>
                <p:nvPr/>
              </p:nvSpPr>
              <p:spPr>
                <a:xfrm>
                  <a:off x="4963668" y="23277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" name="Google Shape;477;p26"/>
                <p:cNvSpPr/>
                <p:nvPr/>
              </p:nvSpPr>
              <p:spPr>
                <a:xfrm>
                  <a:off x="4874418" y="2357437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4"/>
                      </a:lnTo>
                      <a:lnTo>
                        <a:pt x="0" y="89344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" name="Google Shape;478;p26"/>
                <p:cNvSpPr/>
                <p:nvPr/>
              </p:nvSpPr>
              <p:spPr>
                <a:xfrm>
                  <a:off x="5023294" y="23574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" name="Google Shape;479;p26"/>
                <p:cNvSpPr/>
                <p:nvPr/>
              </p:nvSpPr>
              <p:spPr>
                <a:xfrm>
                  <a:off x="4904231" y="2238374"/>
                  <a:ext cx="148780" cy="178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780" h="178593" extrusionOk="0">
                      <a:moveTo>
                        <a:pt x="148781" y="59531"/>
                      </a:moveTo>
                      <a:lnTo>
                        <a:pt x="148781" y="119063"/>
                      </a:lnTo>
                      <a:lnTo>
                        <a:pt x="119063" y="119063"/>
                      </a:lnTo>
                      <a:lnTo>
                        <a:pt x="119063" y="148781"/>
                      </a:lnTo>
                      <a:lnTo>
                        <a:pt x="59436" y="148781"/>
                      </a:lnTo>
                      <a:lnTo>
                        <a:pt x="59436" y="178594"/>
                      </a:lnTo>
                      <a:lnTo>
                        <a:pt x="0" y="178594"/>
                      </a:lnTo>
                      <a:lnTo>
                        <a:pt x="0" y="119063"/>
                      </a:lnTo>
                      <a:lnTo>
                        <a:pt x="29718" y="119063"/>
                      </a:lnTo>
                      <a:lnTo>
                        <a:pt x="29718" y="59531"/>
                      </a:lnTo>
                      <a:lnTo>
                        <a:pt x="59436" y="59531"/>
                      </a:lnTo>
                      <a:lnTo>
                        <a:pt x="59436" y="29718"/>
                      </a:lnTo>
                      <a:lnTo>
                        <a:pt x="89249" y="29718"/>
                      </a:lnTo>
                      <a:lnTo>
                        <a:pt x="89249" y="0"/>
                      </a:lnTo>
                      <a:lnTo>
                        <a:pt x="119063" y="0"/>
                      </a:lnTo>
                      <a:lnTo>
                        <a:pt x="119063" y="59531"/>
                      </a:lnTo>
                      <a:lnTo>
                        <a:pt x="89249" y="59531"/>
                      </a:lnTo>
                      <a:lnTo>
                        <a:pt x="89249" y="89344"/>
                      </a:lnTo>
                      <a:lnTo>
                        <a:pt x="59436" y="89344"/>
                      </a:lnTo>
                      <a:lnTo>
                        <a:pt x="59436" y="119063"/>
                      </a:lnTo>
                      <a:lnTo>
                        <a:pt x="89249" y="119063"/>
                      </a:lnTo>
                      <a:lnTo>
                        <a:pt x="89249" y="89344"/>
                      </a:lnTo>
                      <a:lnTo>
                        <a:pt x="119063" y="89344"/>
                      </a:lnTo>
                      <a:lnTo>
                        <a:pt x="119063" y="59531"/>
                      </a:lnTo>
                      <a:lnTo>
                        <a:pt x="148781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" name="Google Shape;480;p26"/>
                <p:cNvSpPr/>
                <p:nvPr/>
              </p:nvSpPr>
              <p:spPr>
                <a:xfrm>
                  <a:off x="4874418" y="2416968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" name="Google Shape;481;p26"/>
                <p:cNvSpPr/>
                <p:nvPr/>
              </p:nvSpPr>
              <p:spPr>
                <a:xfrm>
                  <a:off x="4993481" y="22383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DAD0F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" name="Google Shape;482;p26"/>
                <p:cNvSpPr/>
                <p:nvPr/>
              </p:nvSpPr>
              <p:spPr>
                <a:xfrm>
                  <a:off x="5023294" y="23277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" name="Google Shape;483;p26"/>
                <p:cNvSpPr/>
                <p:nvPr/>
              </p:nvSpPr>
              <p:spPr>
                <a:xfrm>
                  <a:off x="4963668" y="235743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" name="Google Shape;484;p26"/>
                <p:cNvSpPr/>
                <p:nvPr/>
              </p:nvSpPr>
              <p:spPr>
                <a:xfrm>
                  <a:off x="4904232" y="238715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5" name="Google Shape;485;p26"/>
              <p:cNvGrpSpPr/>
              <p:nvPr/>
            </p:nvGrpSpPr>
            <p:grpSpPr>
              <a:xfrm>
                <a:off x="4338637" y="1702593"/>
                <a:ext cx="1130999" cy="1160812"/>
                <a:chOff x="4338637" y="1702593"/>
                <a:chExt cx="1130999" cy="1160812"/>
              </a:xfrm>
            </p:grpSpPr>
            <p:grpSp>
              <p:nvGrpSpPr>
                <p:cNvPr id="486" name="Google Shape;486;p26"/>
                <p:cNvGrpSpPr/>
                <p:nvPr/>
              </p:nvGrpSpPr>
              <p:grpSpPr>
                <a:xfrm>
                  <a:off x="4338637" y="1702593"/>
                  <a:ext cx="1130999" cy="1160812"/>
                  <a:chOff x="4338637" y="1702593"/>
                  <a:chExt cx="1130999" cy="1160812"/>
                </a:xfrm>
              </p:grpSpPr>
              <p:sp>
                <p:nvSpPr>
                  <p:cNvPr id="487" name="Google Shape;487;p26"/>
                  <p:cNvSpPr/>
                  <p:nvPr/>
                </p:nvSpPr>
                <p:spPr>
                  <a:xfrm>
                    <a:off x="4695825" y="2476499"/>
                    <a:ext cx="29718" cy="1487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148780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48780"/>
                        </a:lnTo>
                        <a:lnTo>
                          <a:pt x="0" y="14878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26"/>
                  <p:cNvSpPr/>
                  <p:nvPr/>
                </p:nvSpPr>
                <p:spPr>
                  <a:xfrm>
                    <a:off x="4547044" y="2059780"/>
                    <a:ext cx="29717" cy="1190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7" h="119062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9" name="Google Shape;489;p26"/>
                  <p:cNvSpPr/>
                  <p:nvPr/>
                </p:nvSpPr>
                <p:spPr>
                  <a:xfrm>
                    <a:off x="4666107" y="2387155"/>
                    <a:ext cx="29718" cy="89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89344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0" name="Google Shape;490;p26"/>
                  <p:cNvSpPr/>
                  <p:nvPr/>
                </p:nvSpPr>
                <p:spPr>
                  <a:xfrm>
                    <a:off x="4666107" y="2625280"/>
                    <a:ext cx="29718" cy="89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89344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26"/>
                  <p:cNvSpPr/>
                  <p:nvPr/>
                </p:nvSpPr>
                <p:spPr>
                  <a:xfrm>
                    <a:off x="4576762" y="2178843"/>
                    <a:ext cx="29718" cy="89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89344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2" name="Google Shape;492;p26"/>
                  <p:cNvSpPr/>
                  <p:nvPr/>
                </p:nvSpPr>
                <p:spPr>
                  <a:xfrm>
                    <a:off x="4636293" y="2297905"/>
                    <a:ext cx="29718" cy="89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89344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3" name="Google Shape;493;p26"/>
                  <p:cNvSpPr/>
                  <p:nvPr/>
                </p:nvSpPr>
                <p:spPr>
                  <a:xfrm>
                    <a:off x="4636293" y="2714624"/>
                    <a:ext cx="29718" cy="89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89344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4" name="Google Shape;494;p26"/>
                  <p:cNvSpPr/>
                  <p:nvPr/>
                </p:nvSpPr>
                <p:spPr>
                  <a:xfrm>
                    <a:off x="4606480" y="2268092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5" name="Google Shape;495;p26"/>
                  <p:cNvSpPr/>
                  <p:nvPr/>
                </p:nvSpPr>
                <p:spPr>
                  <a:xfrm>
                    <a:off x="4606480" y="2803969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6" name="Google Shape;496;p26"/>
                  <p:cNvSpPr/>
                  <p:nvPr/>
                </p:nvSpPr>
                <p:spPr>
                  <a:xfrm>
                    <a:off x="5439918" y="2446781"/>
                    <a:ext cx="29718" cy="1190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119062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2"/>
                        </a:lnTo>
                        <a:lnTo>
                          <a:pt x="0" y="119062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7" name="Google Shape;497;p26"/>
                  <p:cNvSpPr/>
                  <p:nvPr/>
                </p:nvSpPr>
                <p:spPr>
                  <a:xfrm>
                    <a:off x="5291137" y="2000249"/>
                    <a:ext cx="29718" cy="1190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119062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" name="Google Shape;498;p26"/>
                  <p:cNvSpPr/>
                  <p:nvPr/>
                </p:nvSpPr>
                <p:spPr>
                  <a:xfrm>
                    <a:off x="5410200" y="2327719"/>
                    <a:ext cx="29718" cy="1190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119062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2"/>
                        </a:lnTo>
                        <a:lnTo>
                          <a:pt x="0" y="119062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9" name="Google Shape;499;p26"/>
                  <p:cNvSpPr/>
                  <p:nvPr/>
                </p:nvSpPr>
                <p:spPr>
                  <a:xfrm>
                    <a:off x="5410200" y="2565844"/>
                    <a:ext cx="29718" cy="89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89344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0" name="Google Shape;500;p26"/>
                  <p:cNvSpPr/>
                  <p:nvPr/>
                </p:nvSpPr>
                <p:spPr>
                  <a:xfrm>
                    <a:off x="5320855" y="2119312"/>
                    <a:ext cx="29718" cy="89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89344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1" name="Google Shape;501;p26"/>
                  <p:cNvSpPr/>
                  <p:nvPr/>
                </p:nvSpPr>
                <p:spPr>
                  <a:xfrm>
                    <a:off x="5380482" y="2238374"/>
                    <a:ext cx="29718" cy="89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89344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2" name="Google Shape;502;p26"/>
                  <p:cNvSpPr/>
                  <p:nvPr/>
                </p:nvSpPr>
                <p:spPr>
                  <a:xfrm>
                    <a:off x="5380482" y="2655093"/>
                    <a:ext cx="29718" cy="89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89344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3" name="Google Shape;503;p26"/>
                  <p:cNvSpPr/>
                  <p:nvPr/>
                </p:nvSpPr>
                <p:spPr>
                  <a:xfrm>
                    <a:off x="5350668" y="2208656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4" name="Google Shape;504;p26"/>
                  <p:cNvSpPr/>
                  <p:nvPr/>
                </p:nvSpPr>
                <p:spPr>
                  <a:xfrm>
                    <a:off x="5350668" y="2744342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5" name="Google Shape;505;p26"/>
                  <p:cNvSpPr/>
                  <p:nvPr/>
                </p:nvSpPr>
                <p:spPr>
                  <a:xfrm>
                    <a:off x="4636293" y="2833687"/>
                    <a:ext cx="238125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8125" h="29718" extrusionOk="0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6" name="Google Shape;506;p26"/>
                  <p:cNvSpPr/>
                  <p:nvPr/>
                </p:nvSpPr>
                <p:spPr>
                  <a:xfrm>
                    <a:off x="4874418" y="2803969"/>
                    <a:ext cx="238125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8125" h="29718" extrusionOk="0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7" name="Google Shape;507;p26"/>
                  <p:cNvSpPr/>
                  <p:nvPr/>
                </p:nvSpPr>
                <p:spPr>
                  <a:xfrm>
                    <a:off x="5112543" y="2774155"/>
                    <a:ext cx="238125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8125" h="29718" extrusionOk="0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8" name="Google Shape;508;p26"/>
                  <p:cNvSpPr/>
                  <p:nvPr/>
                </p:nvSpPr>
                <p:spPr>
                  <a:xfrm>
                    <a:off x="4517231" y="1910905"/>
                    <a:ext cx="267843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7843" h="29717" extrusionOk="0">
                        <a:moveTo>
                          <a:pt x="0" y="0"/>
                        </a:moveTo>
                        <a:lnTo>
                          <a:pt x="267843" y="0"/>
                        </a:lnTo>
                        <a:lnTo>
                          <a:pt x="267843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9" name="Google Shape;509;p26"/>
                  <p:cNvSpPr/>
                  <p:nvPr/>
                </p:nvSpPr>
                <p:spPr>
                  <a:xfrm>
                    <a:off x="4487418" y="1881187"/>
                    <a:ext cx="29717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7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0" name="Google Shape;510;p26"/>
                  <p:cNvSpPr/>
                  <p:nvPr/>
                </p:nvSpPr>
                <p:spPr>
                  <a:xfrm>
                    <a:off x="4487418" y="1791842"/>
                    <a:ext cx="29717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7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1" name="Google Shape;511;p26"/>
                  <p:cNvSpPr/>
                  <p:nvPr/>
                </p:nvSpPr>
                <p:spPr>
                  <a:xfrm>
                    <a:off x="4517231" y="1821655"/>
                    <a:ext cx="29717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7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2" name="Google Shape;512;p26"/>
                  <p:cNvSpPr/>
                  <p:nvPr/>
                </p:nvSpPr>
                <p:spPr>
                  <a:xfrm>
                    <a:off x="4487418" y="1821655"/>
                    <a:ext cx="29717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7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3" name="Google Shape;513;p26"/>
                  <p:cNvSpPr/>
                  <p:nvPr/>
                </p:nvSpPr>
                <p:spPr>
                  <a:xfrm>
                    <a:off x="4457700" y="1851469"/>
                    <a:ext cx="29717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7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4" name="Google Shape;514;p26"/>
                  <p:cNvSpPr/>
                  <p:nvPr/>
                </p:nvSpPr>
                <p:spPr>
                  <a:xfrm>
                    <a:off x="4457700" y="1821655"/>
                    <a:ext cx="29717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7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5" name="Google Shape;515;p26"/>
                  <p:cNvSpPr/>
                  <p:nvPr/>
                </p:nvSpPr>
                <p:spPr>
                  <a:xfrm>
                    <a:off x="4368355" y="1881187"/>
                    <a:ext cx="89344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44" h="29717" extrusionOk="0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6" name="Google Shape;516;p26"/>
                  <p:cNvSpPr/>
                  <p:nvPr/>
                </p:nvSpPr>
                <p:spPr>
                  <a:xfrm>
                    <a:off x="4368355" y="1791842"/>
                    <a:ext cx="89344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44" h="29717" extrusionOk="0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7" name="Google Shape;517;p26"/>
                  <p:cNvSpPr/>
                  <p:nvPr/>
                </p:nvSpPr>
                <p:spPr>
                  <a:xfrm>
                    <a:off x="4368355" y="1821655"/>
                    <a:ext cx="89344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44" h="59531" extrusionOk="0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FD7F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8" name="Google Shape;518;p26"/>
                  <p:cNvSpPr/>
                  <p:nvPr/>
                </p:nvSpPr>
                <p:spPr>
                  <a:xfrm>
                    <a:off x="4338637" y="1821655"/>
                    <a:ext cx="29717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7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9" name="Google Shape;519;p26"/>
                  <p:cNvSpPr/>
                  <p:nvPr/>
                </p:nvSpPr>
                <p:spPr>
                  <a:xfrm>
                    <a:off x="5320855" y="1702593"/>
                    <a:ext cx="59531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7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0" name="Google Shape;520;p26"/>
                  <p:cNvSpPr/>
                  <p:nvPr/>
                </p:nvSpPr>
                <p:spPr>
                  <a:xfrm>
                    <a:off x="5350668" y="1791842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1" name="Google Shape;521;p26"/>
                  <p:cNvSpPr/>
                  <p:nvPr/>
                </p:nvSpPr>
                <p:spPr>
                  <a:xfrm>
                    <a:off x="5320855" y="1762124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DD58D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2" name="Google Shape;522;p26"/>
                  <p:cNvSpPr/>
                  <p:nvPr/>
                </p:nvSpPr>
                <p:spPr>
                  <a:xfrm>
                    <a:off x="5380482" y="1732406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3" name="Google Shape;523;p26"/>
                  <p:cNvSpPr/>
                  <p:nvPr/>
                </p:nvSpPr>
                <p:spPr>
                  <a:xfrm>
                    <a:off x="5291137" y="1821655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4" name="Google Shape;524;p26"/>
                  <p:cNvSpPr/>
                  <p:nvPr/>
                </p:nvSpPr>
                <p:spPr>
                  <a:xfrm>
                    <a:off x="5320855" y="1732406"/>
                    <a:ext cx="59626" cy="59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626" h="59435" extrusionOk="0">
                        <a:moveTo>
                          <a:pt x="59627" y="0"/>
                        </a:moveTo>
                        <a:lnTo>
                          <a:pt x="59627" y="59436"/>
                        </a:lnTo>
                        <a:lnTo>
                          <a:pt x="29813" y="59436"/>
                        </a:lnTo>
                        <a:lnTo>
                          <a:pt x="29813" y="29718"/>
                        </a:lnTo>
                        <a:lnTo>
                          <a:pt x="0" y="29718"/>
                        </a:lnTo>
                        <a:lnTo>
                          <a:pt x="0" y="0"/>
                        </a:lnTo>
                        <a:lnTo>
                          <a:pt x="59627" y="0"/>
                        </a:lnTo>
                        <a:close/>
                      </a:path>
                    </a:pathLst>
                  </a:custGeom>
                  <a:solidFill>
                    <a:srgbClr val="FFD7F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5" name="Google Shape;525;p26"/>
                  <p:cNvSpPr/>
                  <p:nvPr/>
                </p:nvSpPr>
                <p:spPr>
                  <a:xfrm>
                    <a:off x="5291137" y="1732406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6" name="Google Shape;526;p26"/>
                  <p:cNvSpPr/>
                  <p:nvPr/>
                </p:nvSpPr>
                <p:spPr>
                  <a:xfrm>
                    <a:off x="5320855" y="1791842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7" name="Google Shape;527;p26"/>
                  <p:cNvSpPr/>
                  <p:nvPr/>
                </p:nvSpPr>
                <p:spPr>
                  <a:xfrm>
                    <a:off x="4785169" y="1881187"/>
                    <a:ext cx="238125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8125" h="29717" extrusionOk="0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8" name="Google Shape;528;p26"/>
                  <p:cNvSpPr/>
                  <p:nvPr/>
                </p:nvSpPr>
                <p:spPr>
                  <a:xfrm>
                    <a:off x="5023294" y="1851469"/>
                    <a:ext cx="267843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7843" h="29717" extrusionOk="0">
                        <a:moveTo>
                          <a:pt x="0" y="0"/>
                        </a:moveTo>
                        <a:lnTo>
                          <a:pt x="267843" y="0"/>
                        </a:lnTo>
                        <a:lnTo>
                          <a:pt x="267843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26"/>
                  <p:cNvSpPr/>
                  <p:nvPr/>
                </p:nvSpPr>
                <p:spPr>
                  <a:xfrm>
                    <a:off x="4606480" y="2029967"/>
                    <a:ext cx="208406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8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0" name="Google Shape;530;p26"/>
                  <p:cNvSpPr/>
                  <p:nvPr/>
                </p:nvSpPr>
                <p:spPr>
                  <a:xfrm>
                    <a:off x="4814887" y="2000249"/>
                    <a:ext cx="178593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8593" h="29718" extrusionOk="0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" name="Google Shape;531;p26"/>
                  <p:cNvSpPr/>
                  <p:nvPr/>
                </p:nvSpPr>
                <p:spPr>
                  <a:xfrm>
                    <a:off x="4993481" y="1970531"/>
                    <a:ext cx="208406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7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26"/>
                  <p:cNvSpPr/>
                  <p:nvPr/>
                </p:nvSpPr>
                <p:spPr>
                  <a:xfrm>
                    <a:off x="4636293" y="2149030"/>
                    <a:ext cx="208406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8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3" name="Google Shape;533;p26"/>
                  <p:cNvSpPr/>
                  <p:nvPr/>
                </p:nvSpPr>
                <p:spPr>
                  <a:xfrm>
                    <a:off x="4844605" y="2119312"/>
                    <a:ext cx="178593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8593" h="29718" extrusionOk="0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" name="Google Shape;534;p26"/>
                  <p:cNvSpPr/>
                  <p:nvPr/>
                </p:nvSpPr>
                <p:spPr>
                  <a:xfrm>
                    <a:off x="5023294" y="2089594"/>
                    <a:ext cx="208406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8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26"/>
                  <p:cNvSpPr/>
                  <p:nvPr/>
                </p:nvSpPr>
                <p:spPr>
                  <a:xfrm>
                    <a:off x="4695825" y="2268092"/>
                    <a:ext cx="208406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8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6" name="Google Shape;536;p26"/>
                  <p:cNvSpPr/>
                  <p:nvPr/>
                </p:nvSpPr>
                <p:spPr>
                  <a:xfrm>
                    <a:off x="4904232" y="2238374"/>
                    <a:ext cx="178593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8593" h="29718" extrusionOk="0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7" name="Google Shape;537;p26"/>
                  <p:cNvSpPr/>
                  <p:nvPr/>
                </p:nvSpPr>
                <p:spPr>
                  <a:xfrm>
                    <a:off x="5082730" y="2208656"/>
                    <a:ext cx="208406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8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8" name="Google Shape;538;p26"/>
                  <p:cNvSpPr/>
                  <p:nvPr/>
                </p:nvSpPr>
                <p:spPr>
                  <a:xfrm>
                    <a:off x="4755356" y="2387155"/>
                    <a:ext cx="208406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8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" name="Google Shape;539;p26"/>
                  <p:cNvSpPr/>
                  <p:nvPr/>
                </p:nvSpPr>
                <p:spPr>
                  <a:xfrm>
                    <a:off x="4963668" y="2357437"/>
                    <a:ext cx="178593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8593" h="29718" extrusionOk="0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0" name="Google Shape;540;p26"/>
                  <p:cNvSpPr/>
                  <p:nvPr/>
                </p:nvSpPr>
                <p:spPr>
                  <a:xfrm>
                    <a:off x="5142357" y="2327719"/>
                    <a:ext cx="208406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8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1" name="Google Shape;541;p26"/>
                  <p:cNvSpPr/>
                  <p:nvPr/>
                </p:nvSpPr>
                <p:spPr>
                  <a:xfrm>
                    <a:off x="4785169" y="2506217"/>
                    <a:ext cx="208406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8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" name="Google Shape;542;p26"/>
                  <p:cNvSpPr/>
                  <p:nvPr/>
                </p:nvSpPr>
                <p:spPr>
                  <a:xfrm>
                    <a:off x="4993481" y="2476499"/>
                    <a:ext cx="178593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8593" h="29718" extrusionOk="0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3" name="Google Shape;543;p26"/>
                  <p:cNvSpPr/>
                  <p:nvPr/>
                </p:nvSpPr>
                <p:spPr>
                  <a:xfrm>
                    <a:off x="5172075" y="2446781"/>
                    <a:ext cx="208406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8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4" name="Google Shape;544;p26"/>
                  <p:cNvSpPr/>
                  <p:nvPr/>
                </p:nvSpPr>
                <p:spPr>
                  <a:xfrm>
                    <a:off x="4755356" y="2625280"/>
                    <a:ext cx="208406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8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5" name="Google Shape;545;p26"/>
                  <p:cNvSpPr/>
                  <p:nvPr/>
                </p:nvSpPr>
                <p:spPr>
                  <a:xfrm>
                    <a:off x="5142357" y="2565844"/>
                    <a:ext cx="208406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8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6" name="Google Shape;546;p26"/>
                  <p:cNvSpPr/>
                  <p:nvPr/>
                </p:nvSpPr>
                <p:spPr>
                  <a:xfrm>
                    <a:off x="4725543" y="2744342"/>
                    <a:ext cx="208406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8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7" name="Google Shape;547;p26"/>
                  <p:cNvSpPr/>
                  <p:nvPr/>
                </p:nvSpPr>
                <p:spPr>
                  <a:xfrm>
                    <a:off x="4933950" y="2714624"/>
                    <a:ext cx="178593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8593" h="29718" extrusionOk="0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8" name="Google Shape;548;p26"/>
                  <p:cNvSpPr/>
                  <p:nvPr/>
                </p:nvSpPr>
                <p:spPr>
                  <a:xfrm>
                    <a:off x="4547235" y="1881187"/>
                    <a:ext cx="892682" cy="952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2682" h="952500" extrusionOk="0">
                        <a:moveTo>
                          <a:pt x="862965" y="565595"/>
                        </a:moveTo>
                        <a:lnTo>
                          <a:pt x="862965" y="446532"/>
                        </a:lnTo>
                        <a:lnTo>
                          <a:pt x="833247" y="446532"/>
                        </a:lnTo>
                        <a:lnTo>
                          <a:pt x="833247" y="357188"/>
                        </a:lnTo>
                        <a:lnTo>
                          <a:pt x="803529" y="357188"/>
                        </a:lnTo>
                        <a:lnTo>
                          <a:pt x="803529" y="327469"/>
                        </a:lnTo>
                        <a:lnTo>
                          <a:pt x="773811" y="327469"/>
                        </a:lnTo>
                        <a:lnTo>
                          <a:pt x="773811" y="238125"/>
                        </a:lnTo>
                        <a:lnTo>
                          <a:pt x="744093" y="238125"/>
                        </a:lnTo>
                        <a:lnTo>
                          <a:pt x="744093" y="119063"/>
                        </a:lnTo>
                        <a:lnTo>
                          <a:pt x="714375" y="119063"/>
                        </a:lnTo>
                        <a:lnTo>
                          <a:pt x="714375" y="0"/>
                        </a:lnTo>
                        <a:lnTo>
                          <a:pt x="476250" y="0"/>
                        </a:lnTo>
                        <a:lnTo>
                          <a:pt x="476250" y="29718"/>
                        </a:lnTo>
                        <a:lnTo>
                          <a:pt x="238125" y="29718"/>
                        </a:lnTo>
                        <a:lnTo>
                          <a:pt x="238125" y="59436"/>
                        </a:lnTo>
                        <a:lnTo>
                          <a:pt x="0" y="59436"/>
                        </a:lnTo>
                        <a:lnTo>
                          <a:pt x="0" y="178498"/>
                        </a:lnTo>
                        <a:lnTo>
                          <a:pt x="29718" y="178498"/>
                        </a:lnTo>
                        <a:lnTo>
                          <a:pt x="29718" y="297561"/>
                        </a:lnTo>
                        <a:lnTo>
                          <a:pt x="59436" y="297561"/>
                        </a:lnTo>
                        <a:lnTo>
                          <a:pt x="59436" y="386906"/>
                        </a:lnTo>
                        <a:lnTo>
                          <a:pt x="89154" y="386906"/>
                        </a:lnTo>
                        <a:lnTo>
                          <a:pt x="89154" y="416623"/>
                        </a:lnTo>
                        <a:lnTo>
                          <a:pt x="118872" y="416623"/>
                        </a:lnTo>
                        <a:lnTo>
                          <a:pt x="118872" y="505968"/>
                        </a:lnTo>
                        <a:lnTo>
                          <a:pt x="148590" y="505968"/>
                        </a:lnTo>
                        <a:lnTo>
                          <a:pt x="148590" y="595313"/>
                        </a:lnTo>
                        <a:lnTo>
                          <a:pt x="178308" y="595313"/>
                        </a:lnTo>
                        <a:lnTo>
                          <a:pt x="178308" y="744093"/>
                        </a:lnTo>
                        <a:lnTo>
                          <a:pt x="148590" y="744093"/>
                        </a:lnTo>
                        <a:lnTo>
                          <a:pt x="148590" y="833438"/>
                        </a:lnTo>
                        <a:lnTo>
                          <a:pt x="118872" y="833438"/>
                        </a:lnTo>
                        <a:lnTo>
                          <a:pt x="118872" y="922782"/>
                        </a:lnTo>
                        <a:lnTo>
                          <a:pt x="89154" y="922782"/>
                        </a:lnTo>
                        <a:lnTo>
                          <a:pt x="89154" y="952500"/>
                        </a:lnTo>
                        <a:lnTo>
                          <a:pt x="327279" y="952500"/>
                        </a:lnTo>
                        <a:lnTo>
                          <a:pt x="327279" y="922782"/>
                        </a:lnTo>
                        <a:lnTo>
                          <a:pt x="565404" y="922782"/>
                        </a:lnTo>
                        <a:lnTo>
                          <a:pt x="565404" y="893064"/>
                        </a:lnTo>
                        <a:lnTo>
                          <a:pt x="803529" y="893064"/>
                        </a:lnTo>
                        <a:lnTo>
                          <a:pt x="803529" y="863346"/>
                        </a:lnTo>
                        <a:lnTo>
                          <a:pt x="833247" y="863346"/>
                        </a:lnTo>
                        <a:lnTo>
                          <a:pt x="833247" y="774001"/>
                        </a:lnTo>
                        <a:lnTo>
                          <a:pt x="862965" y="774001"/>
                        </a:lnTo>
                        <a:lnTo>
                          <a:pt x="862965" y="684657"/>
                        </a:lnTo>
                        <a:lnTo>
                          <a:pt x="892683" y="684657"/>
                        </a:lnTo>
                        <a:lnTo>
                          <a:pt x="892683" y="565595"/>
                        </a:lnTo>
                        <a:lnTo>
                          <a:pt x="862965" y="565595"/>
                        </a:lnTo>
                        <a:close/>
                        <a:moveTo>
                          <a:pt x="803434" y="446532"/>
                        </a:moveTo>
                        <a:lnTo>
                          <a:pt x="803434" y="476250"/>
                        </a:lnTo>
                        <a:lnTo>
                          <a:pt x="595027" y="476250"/>
                        </a:lnTo>
                        <a:lnTo>
                          <a:pt x="595027" y="505968"/>
                        </a:lnTo>
                        <a:lnTo>
                          <a:pt x="416433" y="505968"/>
                        </a:lnTo>
                        <a:lnTo>
                          <a:pt x="416433" y="535686"/>
                        </a:lnTo>
                        <a:lnTo>
                          <a:pt x="208026" y="535686"/>
                        </a:lnTo>
                        <a:lnTo>
                          <a:pt x="208026" y="505968"/>
                        </a:lnTo>
                        <a:lnTo>
                          <a:pt x="416433" y="505968"/>
                        </a:lnTo>
                        <a:lnTo>
                          <a:pt x="416433" y="476250"/>
                        </a:lnTo>
                        <a:lnTo>
                          <a:pt x="595027" y="476250"/>
                        </a:lnTo>
                        <a:lnTo>
                          <a:pt x="595027" y="446532"/>
                        </a:lnTo>
                        <a:lnTo>
                          <a:pt x="803434" y="446532"/>
                        </a:lnTo>
                        <a:close/>
                        <a:moveTo>
                          <a:pt x="59341" y="178689"/>
                        </a:moveTo>
                        <a:lnTo>
                          <a:pt x="59341" y="148971"/>
                        </a:lnTo>
                        <a:lnTo>
                          <a:pt x="267748" y="148971"/>
                        </a:lnTo>
                        <a:lnTo>
                          <a:pt x="267748" y="119253"/>
                        </a:lnTo>
                        <a:lnTo>
                          <a:pt x="446342" y="119253"/>
                        </a:lnTo>
                        <a:lnTo>
                          <a:pt x="446342" y="89535"/>
                        </a:lnTo>
                        <a:lnTo>
                          <a:pt x="654749" y="89535"/>
                        </a:lnTo>
                        <a:lnTo>
                          <a:pt x="654749" y="119253"/>
                        </a:lnTo>
                        <a:lnTo>
                          <a:pt x="446342" y="119253"/>
                        </a:lnTo>
                        <a:lnTo>
                          <a:pt x="446342" y="148971"/>
                        </a:lnTo>
                        <a:lnTo>
                          <a:pt x="267748" y="148971"/>
                        </a:lnTo>
                        <a:lnTo>
                          <a:pt x="267748" y="178689"/>
                        </a:lnTo>
                        <a:lnTo>
                          <a:pt x="59341" y="178689"/>
                        </a:lnTo>
                        <a:close/>
                        <a:moveTo>
                          <a:pt x="89059" y="297752"/>
                        </a:moveTo>
                        <a:lnTo>
                          <a:pt x="89059" y="268034"/>
                        </a:lnTo>
                        <a:lnTo>
                          <a:pt x="297466" y="268034"/>
                        </a:lnTo>
                        <a:lnTo>
                          <a:pt x="297466" y="238315"/>
                        </a:lnTo>
                        <a:lnTo>
                          <a:pt x="476059" y="238315"/>
                        </a:lnTo>
                        <a:lnTo>
                          <a:pt x="476059" y="208598"/>
                        </a:lnTo>
                        <a:lnTo>
                          <a:pt x="684466" y="208598"/>
                        </a:lnTo>
                        <a:lnTo>
                          <a:pt x="684466" y="238315"/>
                        </a:lnTo>
                        <a:lnTo>
                          <a:pt x="476059" y="238315"/>
                        </a:lnTo>
                        <a:lnTo>
                          <a:pt x="476059" y="268034"/>
                        </a:lnTo>
                        <a:lnTo>
                          <a:pt x="297466" y="268034"/>
                        </a:lnTo>
                        <a:lnTo>
                          <a:pt x="297466" y="297752"/>
                        </a:lnTo>
                        <a:lnTo>
                          <a:pt x="89059" y="297752"/>
                        </a:lnTo>
                        <a:close/>
                        <a:moveTo>
                          <a:pt x="148590" y="416814"/>
                        </a:moveTo>
                        <a:lnTo>
                          <a:pt x="148590" y="387096"/>
                        </a:lnTo>
                        <a:lnTo>
                          <a:pt x="356997" y="387096"/>
                        </a:lnTo>
                        <a:lnTo>
                          <a:pt x="356997" y="357378"/>
                        </a:lnTo>
                        <a:lnTo>
                          <a:pt x="535591" y="357378"/>
                        </a:lnTo>
                        <a:lnTo>
                          <a:pt x="535591" y="327660"/>
                        </a:lnTo>
                        <a:lnTo>
                          <a:pt x="743998" y="327660"/>
                        </a:lnTo>
                        <a:lnTo>
                          <a:pt x="743998" y="357378"/>
                        </a:lnTo>
                        <a:lnTo>
                          <a:pt x="535591" y="357378"/>
                        </a:lnTo>
                        <a:lnTo>
                          <a:pt x="535591" y="387096"/>
                        </a:lnTo>
                        <a:lnTo>
                          <a:pt x="356997" y="387096"/>
                        </a:lnTo>
                        <a:lnTo>
                          <a:pt x="356997" y="416814"/>
                        </a:lnTo>
                        <a:lnTo>
                          <a:pt x="148590" y="416814"/>
                        </a:lnTo>
                        <a:close/>
                        <a:moveTo>
                          <a:pt x="773620" y="833533"/>
                        </a:moveTo>
                        <a:lnTo>
                          <a:pt x="565213" y="833533"/>
                        </a:lnTo>
                        <a:lnTo>
                          <a:pt x="565213" y="863251"/>
                        </a:lnTo>
                        <a:lnTo>
                          <a:pt x="386620" y="863251"/>
                        </a:lnTo>
                        <a:lnTo>
                          <a:pt x="386620" y="892969"/>
                        </a:lnTo>
                        <a:lnTo>
                          <a:pt x="178213" y="892969"/>
                        </a:lnTo>
                        <a:lnTo>
                          <a:pt x="178213" y="863251"/>
                        </a:lnTo>
                        <a:lnTo>
                          <a:pt x="386620" y="863251"/>
                        </a:lnTo>
                        <a:lnTo>
                          <a:pt x="386620" y="833533"/>
                        </a:lnTo>
                        <a:lnTo>
                          <a:pt x="565213" y="833533"/>
                        </a:lnTo>
                        <a:lnTo>
                          <a:pt x="565213" y="803815"/>
                        </a:lnTo>
                        <a:lnTo>
                          <a:pt x="773620" y="803815"/>
                        </a:lnTo>
                        <a:lnTo>
                          <a:pt x="773620" y="833533"/>
                        </a:lnTo>
                        <a:close/>
                        <a:moveTo>
                          <a:pt x="803339" y="714470"/>
                        </a:moveTo>
                        <a:lnTo>
                          <a:pt x="594932" y="714470"/>
                        </a:lnTo>
                        <a:lnTo>
                          <a:pt x="594932" y="744188"/>
                        </a:lnTo>
                        <a:lnTo>
                          <a:pt x="416338" y="744188"/>
                        </a:lnTo>
                        <a:lnTo>
                          <a:pt x="416338" y="773906"/>
                        </a:lnTo>
                        <a:lnTo>
                          <a:pt x="207931" y="773906"/>
                        </a:lnTo>
                        <a:lnTo>
                          <a:pt x="207931" y="744188"/>
                        </a:lnTo>
                        <a:lnTo>
                          <a:pt x="416338" y="744188"/>
                        </a:lnTo>
                        <a:lnTo>
                          <a:pt x="416338" y="714470"/>
                        </a:lnTo>
                        <a:lnTo>
                          <a:pt x="594932" y="714470"/>
                        </a:lnTo>
                        <a:lnTo>
                          <a:pt x="594932" y="684752"/>
                        </a:lnTo>
                        <a:lnTo>
                          <a:pt x="803339" y="684752"/>
                        </a:lnTo>
                        <a:lnTo>
                          <a:pt x="803339" y="714470"/>
                        </a:lnTo>
                        <a:close/>
                        <a:moveTo>
                          <a:pt x="833057" y="595408"/>
                        </a:moveTo>
                        <a:lnTo>
                          <a:pt x="624650" y="595408"/>
                        </a:lnTo>
                        <a:lnTo>
                          <a:pt x="624650" y="625126"/>
                        </a:lnTo>
                        <a:lnTo>
                          <a:pt x="446056" y="625126"/>
                        </a:lnTo>
                        <a:lnTo>
                          <a:pt x="446056" y="654844"/>
                        </a:lnTo>
                        <a:lnTo>
                          <a:pt x="237649" y="654844"/>
                        </a:lnTo>
                        <a:lnTo>
                          <a:pt x="237649" y="625126"/>
                        </a:lnTo>
                        <a:lnTo>
                          <a:pt x="446056" y="625126"/>
                        </a:lnTo>
                        <a:lnTo>
                          <a:pt x="446056" y="595408"/>
                        </a:lnTo>
                        <a:lnTo>
                          <a:pt x="624650" y="595408"/>
                        </a:lnTo>
                        <a:lnTo>
                          <a:pt x="624650" y="565690"/>
                        </a:lnTo>
                        <a:lnTo>
                          <a:pt x="833057" y="565690"/>
                        </a:lnTo>
                        <a:lnTo>
                          <a:pt x="833057" y="59540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9" name="Google Shape;549;p26"/>
                  <p:cNvSpPr/>
                  <p:nvPr/>
                </p:nvSpPr>
                <p:spPr>
                  <a:xfrm>
                    <a:off x="5112543" y="2684906"/>
                    <a:ext cx="208406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06" h="29718" extrusionOk="0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0" name="Google Shape;550;p26"/>
                  <p:cNvSpPr/>
                  <p:nvPr/>
                </p:nvSpPr>
                <p:spPr>
                  <a:xfrm>
                    <a:off x="4487418" y="1762124"/>
                    <a:ext cx="297656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656" h="29717" extrusionOk="0">
                        <a:moveTo>
                          <a:pt x="0" y="0"/>
                        </a:moveTo>
                        <a:lnTo>
                          <a:pt x="297656" y="0"/>
                        </a:lnTo>
                        <a:lnTo>
                          <a:pt x="297656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1" name="Google Shape;551;p26"/>
                  <p:cNvSpPr/>
                  <p:nvPr/>
                </p:nvSpPr>
                <p:spPr>
                  <a:xfrm>
                    <a:off x="4785169" y="1732406"/>
                    <a:ext cx="238125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8125" h="29717" extrusionOk="0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2" name="Google Shape;552;p26"/>
                  <p:cNvSpPr/>
                  <p:nvPr/>
                </p:nvSpPr>
                <p:spPr>
                  <a:xfrm>
                    <a:off x="4517231" y="1732406"/>
                    <a:ext cx="803624" cy="1784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3624" h="178498" extrusionOk="0">
                        <a:moveTo>
                          <a:pt x="803624" y="29718"/>
                        </a:moveTo>
                        <a:lnTo>
                          <a:pt x="803624" y="89249"/>
                        </a:lnTo>
                        <a:lnTo>
                          <a:pt x="773906" y="89249"/>
                        </a:lnTo>
                        <a:lnTo>
                          <a:pt x="773906" y="119063"/>
                        </a:lnTo>
                        <a:lnTo>
                          <a:pt x="506063" y="119063"/>
                        </a:lnTo>
                        <a:lnTo>
                          <a:pt x="506063" y="148780"/>
                        </a:lnTo>
                        <a:lnTo>
                          <a:pt x="267938" y="148780"/>
                        </a:lnTo>
                        <a:lnTo>
                          <a:pt x="267938" y="178498"/>
                        </a:lnTo>
                        <a:lnTo>
                          <a:pt x="0" y="178498"/>
                        </a:lnTo>
                        <a:lnTo>
                          <a:pt x="0" y="148780"/>
                        </a:lnTo>
                        <a:lnTo>
                          <a:pt x="29813" y="148780"/>
                        </a:lnTo>
                        <a:lnTo>
                          <a:pt x="29813" y="89249"/>
                        </a:lnTo>
                        <a:lnTo>
                          <a:pt x="0" y="89249"/>
                        </a:lnTo>
                        <a:lnTo>
                          <a:pt x="0" y="59436"/>
                        </a:lnTo>
                        <a:lnTo>
                          <a:pt x="267938" y="59436"/>
                        </a:lnTo>
                        <a:lnTo>
                          <a:pt x="267938" y="29718"/>
                        </a:lnTo>
                        <a:lnTo>
                          <a:pt x="506063" y="29718"/>
                        </a:lnTo>
                        <a:lnTo>
                          <a:pt x="506063" y="0"/>
                        </a:lnTo>
                        <a:lnTo>
                          <a:pt x="773906" y="0"/>
                        </a:lnTo>
                        <a:lnTo>
                          <a:pt x="773906" y="29718"/>
                        </a:lnTo>
                        <a:lnTo>
                          <a:pt x="803624" y="2971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3" name="Google Shape;553;p26"/>
                  <p:cNvSpPr/>
                  <p:nvPr/>
                </p:nvSpPr>
                <p:spPr>
                  <a:xfrm>
                    <a:off x="5023294" y="1702593"/>
                    <a:ext cx="267843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7843" h="29717" extrusionOk="0">
                        <a:moveTo>
                          <a:pt x="0" y="0"/>
                        </a:moveTo>
                        <a:lnTo>
                          <a:pt x="267843" y="0"/>
                        </a:lnTo>
                        <a:lnTo>
                          <a:pt x="267843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4" name="Google Shape;554;p26"/>
                  <p:cNvSpPr/>
                  <p:nvPr/>
                </p:nvSpPr>
                <p:spPr>
                  <a:xfrm>
                    <a:off x="4457700" y="1791842"/>
                    <a:ext cx="29717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7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5" name="Google Shape;555;p26"/>
                  <p:cNvSpPr/>
                  <p:nvPr/>
                </p:nvSpPr>
                <p:spPr>
                  <a:xfrm>
                    <a:off x="4457700" y="1762124"/>
                    <a:ext cx="29717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7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6" name="Google Shape;556;p26"/>
                  <p:cNvSpPr/>
                  <p:nvPr/>
                </p:nvSpPr>
                <p:spPr>
                  <a:xfrm>
                    <a:off x="4963668" y="2595562"/>
                    <a:ext cx="178593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8593" h="29718" extrusionOk="0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7" name="Google Shape;557;p26"/>
                  <p:cNvSpPr/>
                  <p:nvPr/>
                </p:nvSpPr>
                <p:spPr>
                  <a:xfrm>
                    <a:off x="4517231" y="1910905"/>
                    <a:ext cx="29717" cy="1487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7" h="148780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48780"/>
                        </a:lnTo>
                        <a:lnTo>
                          <a:pt x="0" y="14878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8" name="Google Shape;558;p26"/>
                  <p:cNvSpPr/>
                  <p:nvPr/>
                </p:nvSpPr>
                <p:spPr>
                  <a:xfrm>
                    <a:off x="5261419" y="1851469"/>
                    <a:ext cx="29718" cy="1487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148780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48781"/>
                        </a:lnTo>
                        <a:lnTo>
                          <a:pt x="0" y="14878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9" name="Google Shape;559;p26"/>
                  <p:cNvSpPr/>
                  <p:nvPr/>
                </p:nvSpPr>
                <p:spPr>
                  <a:xfrm>
                    <a:off x="4368355" y="1851469"/>
                    <a:ext cx="89344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44" h="29717" extrusionOk="0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60" name="Google Shape;560;p26"/>
                <p:cNvSpPr/>
                <p:nvPr/>
              </p:nvSpPr>
              <p:spPr>
                <a:xfrm>
                  <a:off x="4636293" y="2803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26"/>
                <p:cNvSpPr/>
                <p:nvPr/>
              </p:nvSpPr>
              <p:spPr>
                <a:xfrm>
                  <a:off x="5350668" y="2684906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26"/>
                <p:cNvSpPr/>
                <p:nvPr/>
              </p:nvSpPr>
              <p:spPr>
                <a:xfrm>
                  <a:off x="4695825" y="2625280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3" name="Google Shape;563;p26"/>
                <p:cNvSpPr/>
                <p:nvPr/>
              </p:nvSpPr>
              <p:spPr>
                <a:xfrm>
                  <a:off x="5380482" y="2595562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" name="Google Shape;564;p26"/>
                <p:cNvSpPr/>
                <p:nvPr/>
              </p:nvSpPr>
              <p:spPr>
                <a:xfrm>
                  <a:off x="5410200" y="2446781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26"/>
                <p:cNvSpPr/>
                <p:nvPr/>
              </p:nvSpPr>
              <p:spPr>
                <a:xfrm>
                  <a:off x="5380482" y="2327719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" name="Google Shape;566;p26"/>
                <p:cNvSpPr/>
                <p:nvPr/>
              </p:nvSpPr>
              <p:spPr>
                <a:xfrm>
                  <a:off x="4695825" y="2803969"/>
                  <a:ext cx="178593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3" h="29718" extrusionOk="0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7" name="Google Shape;567;p26"/>
                <p:cNvSpPr/>
                <p:nvPr/>
              </p:nvSpPr>
              <p:spPr>
                <a:xfrm>
                  <a:off x="4547044" y="1940718"/>
                  <a:ext cx="238124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4" h="29717" extrusionOk="0">
                      <a:moveTo>
                        <a:pt x="0" y="0"/>
                      </a:moveTo>
                      <a:lnTo>
                        <a:pt x="238125" y="0"/>
                      </a:lnTo>
                      <a:lnTo>
                        <a:pt x="23812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8" name="Google Shape;568;p26"/>
                <p:cNvSpPr/>
                <p:nvPr/>
              </p:nvSpPr>
              <p:spPr>
                <a:xfrm>
                  <a:off x="4785169" y="1910905"/>
                  <a:ext cx="238125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29717" extrusionOk="0">
                      <a:moveTo>
                        <a:pt x="0" y="0"/>
                      </a:moveTo>
                      <a:lnTo>
                        <a:pt x="238125" y="0"/>
                      </a:lnTo>
                      <a:lnTo>
                        <a:pt x="23812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" name="Google Shape;569;p26"/>
                <p:cNvSpPr/>
                <p:nvPr/>
              </p:nvSpPr>
              <p:spPr>
                <a:xfrm>
                  <a:off x="5023294" y="1881187"/>
                  <a:ext cx="238125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29717" extrusionOk="0">
                      <a:moveTo>
                        <a:pt x="0" y="0"/>
                      </a:moveTo>
                      <a:lnTo>
                        <a:pt x="238125" y="0"/>
                      </a:lnTo>
                      <a:lnTo>
                        <a:pt x="23812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0" name="Google Shape;570;p26"/>
                <p:cNvSpPr/>
                <p:nvPr/>
              </p:nvSpPr>
              <p:spPr>
                <a:xfrm>
                  <a:off x="4814887" y="1940718"/>
                  <a:ext cx="89344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7" extrusionOk="0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1" name="Google Shape;571;p26"/>
                <p:cNvSpPr/>
                <p:nvPr/>
              </p:nvSpPr>
              <p:spPr>
                <a:xfrm>
                  <a:off x="4695825" y="1970531"/>
                  <a:ext cx="89344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7" extrusionOk="0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" name="Google Shape;572;p26"/>
                <p:cNvSpPr/>
                <p:nvPr/>
              </p:nvSpPr>
              <p:spPr>
                <a:xfrm>
                  <a:off x="4547044" y="1970531"/>
                  <a:ext cx="59531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7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" name="Google Shape;573;p26"/>
                <p:cNvSpPr/>
                <p:nvPr/>
              </p:nvSpPr>
              <p:spPr>
                <a:xfrm>
                  <a:off x="4933950" y="1940718"/>
                  <a:ext cx="29718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7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" name="Google Shape;574;p26"/>
                <p:cNvSpPr/>
                <p:nvPr/>
              </p:nvSpPr>
              <p:spPr>
                <a:xfrm>
                  <a:off x="4636293" y="1970531"/>
                  <a:ext cx="29718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7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26"/>
                <p:cNvSpPr/>
                <p:nvPr/>
              </p:nvSpPr>
              <p:spPr>
                <a:xfrm>
                  <a:off x="5053012" y="1910905"/>
                  <a:ext cx="59531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7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6" name="Google Shape;576;p26"/>
                <p:cNvSpPr/>
                <p:nvPr/>
              </p:nvSpPr>
              <p:spPr>
                <a:xfrm>
                  <a:off x="5142357" y="1910905"/>
                  <a:ext cx="59531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7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" name="Google Shape;577;p26"/>
                <p:cNvSpPr/>
                <p:nvPr/>
              </p:nvSpPr>
              <p:spPr>
                <a:xfrm>
                  <a:off x="5231606" y="1910905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578;p26"/>
                <p:cNvSpPr/>
                <p:nvPr/>
              </p:nvSpPr>
              <p:spPr>
                <a:xfrm>
                  <a:off x="4963668" y="2774155"/>
                  <a:ext cx="148780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780" h="29718" extrusionOk="0">
                      <a:moveTo>
                        <a:pt x="0" y="0"/>
                      </a:moveTo>
                      <a:lnTo>
                        <a:pt x="148781" y="0"/>
                      </a:lnTo>
                      <a:lnTo>
                        <a:pt x="14878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9" name="Google Shape;579;p26"/>
                <p:cNvSpPr/>
                <p:nvPr/>
              </p:nvSpPr>
              <p:spPr>
                <a:xfrm>
                  <a:off x="4844605" y="277415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0" name="Google Shape;580;p26"/>
                <p:cNvSpPr/>
                <p:nvPr/>
              </p:nvSpPr>
              <p:spPr>
                <a:xfrm>
                  <a:off x="5142357" y="2744342"/>
                  <a:ext cx="208406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406" h="29718" extrusionOk="0">
                      <a:moveTo>
                        <a:pt x="0" y="0"/>
                      </a:moveTo>
                      <a:lnTo>
                        <a:pt x="208407" y="0"/>
                      </a:lnTo>
                      <a:lnTo>
                        <a:pt x="208407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" name="Google Shape;581;p26"/>
                <p:cNvSpPr/>
                <p:nvPr/>
              </p:nvSpPr>
              <p:spPr>
                <a:xfrm>
                  <a:off x="5231606" y="2744342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2" name="Google Shape;582;p26"/>
                <p:cNvSpPr/>
                <p:nvPr/>
              </p:nvSpPr>
              <p:spPr>
                <a:xfrm>
                  <a:off x="5320855" y="274434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" name="Google Shape;583;p26"/>
                <p:cNvSpPr/>
                <p:nvPr/>
              </p:nvSpPr>
              <p:spPr>
                <a:xfrm>
                  <a:off x="5291137" y="2714624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" name="Google Shape;584;p26"/>
                <p:cNvSpPr/>
                <p:nvPr/>
              </p:nvSpPr>
              <p:spPr>
                <a:xfrm>
                  <a:off x="5053012" y="277415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5" name="Google Shape;585;p26"/>
                <p:cNvSpPr/>
                <p:nvPr/>
              </p:nvSpPr>
              <p:spPr>
                <a:xfrm>
                  <a:off x="4993481" y="2774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6" name="Google Shape;586;p26"/>
                <p:cNvSpPr/>
                <p:nvPr/>
              </p:nvSpPr>
              <p:spPr>
                <a:xfrm>
                  <a:off x="4963668" y="2803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7" name="Google Shape;587;p26"/>
                <p:cNvSpPr/>
                <p:nvPr/>
              </p:nvSpPr>
              <p:spPr>
                <a:xfrm>
                  <a:off x="4666107" y="2833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8" name="Google Shape;588;p26"/>
                <p:cNvSpPr/>
                <p:nvPr/>
              </p:nvSpPr>
              <p:spPr>
                <a:xfrm>
                  <a:off x="4785169" y="2803969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DD58D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" name="Google Shape;589;p26"/>
                <p:cNvSpPr/>
                <p:nvPr/>
              </p:nvSpPr>
              <p:spPr>
                <a:xfrm>
                  <a:off x="4636293" y="2803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590;p26"/>
                <p:cNvSpPr/>
                <p:nvPr/>
              </p:nvSpPr>
              <p:spPr>
                <a:xfrm>
                  <a:off x="4666107" y="271462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8C079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" name="Google Shape;591;p26"/>
                <p:cNvSpPr/>
                <p:nvPr/>
              </p:nvSpPr>
              <p:spPr>
                <a:xfrm>
                  <a:off x="4666107" y="2714624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2" name="Google Shape;592;p26"/>
                <p:cNvSpPr/>
                <p:nvPr/>
              </p:nvSpPr>
              <p:spPr>
                <a:xfrm>
                  <a:off x="4636293" y="22680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3" name="Google Shape;593;p26"/>
                <p:cNvSpPr/>
                <p:nvPr/>
              </p:nvSpPr>
              <p:spPr>
                <a:xfrm>
                  <a:off x="4666107" y="23574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6"/>
                <p:cNvSpPr/>
                <p:nvPr/>
              </p:nvSpPr>
              <p:spPr>
                <a:xfrm>
                  <a:off x="4695825" y="244678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6"/>
                <p:cNvSpPr/>
                <p:nvPr/>
              </p:nvSpPr>
              <p:spPr>
                <a:xfrm>
                  <a:off x="5380482" y="241696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6"/>
                <p:cNvSpPr/>
                <p:nvPr/>
              </p:nvSpPr>
              <p:spPr>
                <a:xfrm>
                  <a:off x="4606480" y="22383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6"/>
                <p:cNvSpPr/>
                <p:nvPr/>
              </p:nvSpPr>
              <p:spPr>
                <a:xfrm>
                  <a:off x="5142357" y="1821655"/>
                  <a:ext cx="148780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780" h="29717" extrusionOk="0">
                      <a:moveTo>
                        <a:pt x="0" y="0"/>
                      </a:moveTo>
                      <a:lnTo>
                        <a:pt x="148781" y="0"/>
                      </a:lnTo>
                      <a:lnTo>
                        <a:pt x="14878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6"/>
                <p:cNvSpPr/>
                <p:nvPr/>
              </p:nvSpPr>
              <p:spPr>
                <a:xfrm>
                  <a:off x="5350668" y="1732406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599;p26"/>
                <p:cNvSpPr/>
                <p:nvPr/>
              </p:nvSpPr>
              <p:spPr>
                <a:xfrm>
                  <a:off x="4695825" y="1881187"/>
                  <a:ext cx="89344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7" extrusionOk="0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26"/>
                <p:cNvSpPr/>
                <p:nvPr/>
              </p:nvSpPr>
              <p:spPr>
                <a:xfrm>
                  <a:off x="4517231" y="1881187"/>
                  <a:ext cx="89344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7" extrusionOk="0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6"/>
                <p:cNvSpPr/>
                <p:nvPr/>
              </p:nvSpPr>
              <p:spPr>
                <a:xfrm>
                  <a:off x="4844605" y="1851469"/>
                  <a:ext cx="178593" cy="29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3" h="29717" extrusionOk="0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6"/>
                <p:cNvSpPr/>
                <p:nvPr/>
              </p:nvSpPr>
              <p:spPr>
                <a:xfrm>
                  <a:off x="4695825" y="2536030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6"/>
                <p:cNvSpPr/>
                <p:nvPr/>
              </p:nvSpPr>
              <p:spPr>
                <a:xfrm>
                  <a:off x="4666107" y="268490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4" name="Google Shape;604;p26"/>
              <p:cNvGrpSpPr/>
              <p:nvPr/>
            </p:nvGrpSpPr>
            <p:grpSpPr>
              <a:xfrm>
                <a:off x="4993481" y="1434655"/>
                <a:ext cx="892969" cy="1012031"/>
                <a:chOff x="4993481" y="1434655"/>
                <a:chExt cx="892969" cy="1012031"/>
              </a:xfrm>
            </p:grpSpPr>
            <p:grpSp>
              <p:nvGrpSpPr>
                <p:cNvPr id="605" name="Google Shape;605;p26"/>
                <p:cNvGrpSpPr/>
                <p:nvPr/>
              </p:nvGrpSpPr>
              <p:grpSpPr>
                <a:xfrm>
                  <a:off x="4993481" y="1434655"/>
                  <a:ext cx="892969" cy="922782"/>
                  <a:chOff x="4993481" y="1434655"/>
                  <a:chExt cx="892969" cy="922782"/>
                </a:xfrm>
              </p:grpSpPr>
              <p:sp>
                <p:nvSpPr>
                  <p:cNvPr id="606" name="Google Shape;606;p26"/>
                  <p:cNvSpPr/>
                  <p:nvPr/>
                </p:nvSpPr>
                <p:spPr>
                  <a:xfrm>
                    <a:off x="4993481" y="2178843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7" name="Google Shape;607;p26"/>
                  <p:cNvSpPr/>
                  <p:nvPr/>
                </p:nvSpPr>
                <p:spPr>
                  <a:xfrm>
                    <a:off x="5053012" y="2297905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8" name="Google Shape;608;p26"/>
                  <p:cNvSpPr/>
                  <p:nvPr/>
                </p:nvSpPr>
                <p:spPr>
                  <a:xfrm>
                    <a:off x="5023294" y="2238374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9" name="Google Shape;609;p26"/>
                  <p:cNvSpPr/>
                  <p:nvPr/>
                </p:nvSpPr>
                <p:spPr>
                  <a:xfrm>
                    <a:off x="5112543" y="2178843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0" name="Google Shape;610;p26"/>
                  <p:cNvSpPr/>
                  <p:nvPr/>
                </p:nvSpPr>
                <p:spPr>
                  <a:xfrm>
                    <a:off x="5142357" y="2149030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1" name="Google Shape;611;p26"/>
                  <p:cNvSpPr/>
                  <p:nvPr/>
                </p:nvSpPr>
                <p:spPr>
                  <a:xfrm>
                    <a:off x="5172075" y="2119312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2" name="Google Shape;612;p26"/>
                  <p:cNvSpPr/>
                  <p:nvPr/>
                </p:nvSpPr>
                <p:spPr>
                  <a:xfrm>
                    <a:off x="5201793" y="2089594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3" name="Google Shape;613;p26"/>
                  <p:cNvSpPr/>
                  <p:nvPr/>
                </p:nvSpPr>
                <p:spPr>
                  <a:xfrm>
                    <a:off x="5261419" y="2029967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4" name="Google Shape;614;p26"/>
                  <p:cNvSpPr/>
                  <p:nvPr/>
                </p:nvSpPr>
                <p:spPr>
                  <a:xfrm>
                    <a:off x="5291137" y="2000249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5" name="Google Shape;615;p26"/>
                  <p:cNvSpPr/>
                  <p:nvPr/>
                </p:nvSpPr>
                <p:spPr>
                  <a:xfrm>
                    <a:off x="5320855" y="1970531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" name="Google Shape;616;p26"/>
                  <p:cNvSpPr/>
                  <p:nvPr/>
                </p:nvSpPr>
                <p:spPr>
                  <a:xfrm>
                    <a:off x="5350668" y="1940718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7" name="Google Shape;617;p26"/>
                  <p:cNvSpPr/>
                  <p:nvPr/>
                </p:nvSpPr>
                <p:spPr>
                  <a:xfrm>
                    <a:off x="5380482" y="1910905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8" name="Google Shape;618;p26"/>
                  <p:cNvSpPr/>
                  <p:nvPr/>
                </p:nvSpPr>
                <p:spPr>
                  <a:xfrm>
                    <a:off x="5410200" y="1881187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9" name="Google Shape;619;p26"/>
                  <p:cNvSpPr/>
                  <p:nvPr/>
                </p:nvSpPr>
                <p:spPr>
                  <a:xfrm>
                    <a:off x="5439918" y="1910905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0" name="Google Shape;620;p26"/>
                  <p:cNvSpPr/>
                  <p:nvPr/>
                </p:nvSpPr>
                <p:spPr>
                  <a:xfrm>
                    <a:off x="5469731" y="1940718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1" name="Google Shape;621;p26"/>
                  <p:cNvSpPr/>
                  <p:nvPr/>
                </p:nvSpPr>
                <p:spPr>
                  <a:xfrm>
                    <a:off x="5499544" y="1970531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2" name="Google Shape;622;p26"/>
                  <p:cNvSpPr/>
                  <p:nvPr/>
                </p:nvSpPr>
                <p:spPr>
                  <a:xfrm>
                    <a:off x="5201793" y="2238374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3" name="Google Shape;623;p26"/>
                  <p:cNvSpPr/>
                  <p:nvPr/>
                </p:nvSpPr>
                <p:spPr>
                  <a:xfrm>
                    <a:off x="5231606" y="2208656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4" name="Google Shape;624;p26"/>
                  <p:cNvSpPr/>
                  <p:nvPr/>
                </p:nvSpPr>
                <p:spPr>
                  <a:xfrm>
                    <a:off x="5261419" y="2178843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5" name="Google Shape;625;p26"/>
                  <p:cNvSpPr/>
                  <p:nvPr/>
                </p:nvSpPr>
                <p:spPr>
                  <a:xfrm>
                    <a:off x="5291137" y="2149030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6" name="Google Shape;626;p26"/>
                  <p:cNvSpPr/>
                  <p:nvPr/>
                </p:nvSpPr>
                <p:spPr>
                  <a:xfrm>
                    <a:off x="5320855" y="2119312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" name="Google Shape;627;p26"/>
                  <p:cNvSpPr/>
                  <p:nvPr/>
                </p:nvSpPr>
                <p:spPr>
                  <a:xfrm>
                    <a:off x="5350668" y="2089594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8" name="Google Shape;628;p26"/>
                  <p:cNvSpPr/>
                  <p:nvPr/>
                </p:nvSpPr>
                <p:spPr>
                  <a:xfrm>
                    <a:off x="5380482" y="2059780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9" name="Google Shape;629;p26"/>
                  <p:cNvSpPr/>
                  <p:nvPr/>
                </p:nvSpPr>
                <p:spPr>
                  <a:xfrm>
                    <a:off x="5410200" y="2029967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0" name="Google Shape;630;p26"/>
                  <p:cNvSpPr/>
                  <p:nvPr/>
                </p:nvSpPr>
                <p:spPr>
                  <a:xfrm>
                    <a:off x="5439918" y="1970531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1" name="Google Shape;631;p26"/>
                  <p:cNvSpPr/>
                  <p:nvPr/>
                </p:nvSpPr>
                <p:spPr>
                  <a:xfrm>
                    <a:off x="5112543" y="2297905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2" name="Google Shape;632;p26"/>
                  <p:cNvSpPr/>
                  <p:nvPr/>
                </p:nvSpPr>
                <p:spPr>
                  <a:xfrm>
                    <a:off x="5082730" y="2327719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6"/>
                  <p:cNvSpPr/>
                  <p:nvPr/>
                </p:nvSpPr>
                <p:spPr>
                  <a:xfrm>
                    <a:off x="4993481" y="2178843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4" name="Google Shape;634;p26"/>
                  <p:cNvSpPr/>
                  <p:nvPr/>
                </p:nvSpPr>
                <p:spPr>
                  <a:xfrm>
                    <a:off x="5053012" y="2089594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5" name="Google Shape;635;p26"/>
                  <p:cNvSpPr/>
                  <p:nvPr/>
                </p:nvSpPr>
                <p:spPr>
                  <a:xfrm>
                    <a:off x="5112543" y="2029967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6"/>
                  <p:cNvSpPr/>
                  <p:nvPr/>
                </p:nvSpPr>
                <p:spPr>
                  <a:xfrm>
                    <a:off x="5142357" y="2000249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7" name="Google Shape;637;p26"/>
                  <p:cNvSpPr/>
                  <p:nvPr/>
                </p:nvSpPr>
                <p:spPr>
                  <a:xfrm>
                    <a:off x="5291137" y="1851469"/>
                    <a:ext cx="59531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7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8" name="Google Shape;638;p26"/>
                  <p:cNvSpPr/>
                  <p:nvPr/>
                </p:nvSpPr>
                <p:spPr>
                  <a:xfrm>
                    <a:off x="5142357" y="2000249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6"/>
                  <p:cNvSpPr/>
                  <p:nvPr/>
                </p:nvSpPr>
                <p:spPr>
                  <a:xfrm>
                    <a:off x="5172075" y="1970531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0" name="Google Shape;640;p26"/>
                  <p:cNvSpPr/>
                  <p:nvPr/>
                </p:nvSpPr>
                <p:spPr>
                  <a:xfrm>
                    <a:off x="5201793" y="1940718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1" name="Google Shape;641;p26"/>
                  <p:cNvSpPr/>
                  <p:nvPr/>
                </p:nvSpPr>
                <p:spPr>
                  <a:xfrm>
                    <a:off x="5231606" y="1910905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2" name="Google Shape;642;p26"/>
                  <p:cNvSpPr/>
                  <p:nvPr/>
                </p:nvSpPr>
                <p:spPr>
                  <a:xfrm>
                    <a:off x="5261419" y="1881187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3" name="Google Shape;643;p26"/>
                  <p:cNvSpPr/>
                  <p:nvPr/>
                </p:nvSpPr>
                <p:spPr>
                  <a:xfrm>
                    <a:off x="5023294" y="2119312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4" name="Google Shape;644;p26"/>
                  <p:cNvSpPr/>
                  <p:nvPr/>
                </p:nvSpPr>
                <p:spPr>
                  <a:xfrm>
                    <a:off x="5082730" y="2059780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5" name="Google Shape;645;p26"/>
                  <p:cNvSpPr/>
                  <p:nvPr/>
                </p:nvSpPr>
                <p:spPr>
                  <a:xfrm>
                    <a:off x="5142357" y="2268092"/>
                    <a:ext cx="59531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8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6" name="Google Shape;646;p26"/>
                  <p:cNvSpPr/>
                  <p:nvPr/>
                </p:nvSpPr>
                <p:spPr>
                  <a:xfrm>
                    <a:off x="5529262" y="2000249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7" name="Google Shape;647;p26"/>
                  <p:cNvSpPr/>
                  <p:nvPr/>
                </p:nvSpPr>
                <p:spPr>
                  <a:xfrm>
                    <a:off x="5558980" y="1910905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8" name="Google Shape;648;p26"/>
                  <p:cNvSpPr/>
                  <p:nvPr/>
                </p:nvSpPr>
                <p:spPr>
                  <a:xfrm>
                    <a:off x="5588793" y="1970531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9" name="Google Shape;649;p26"/>
                  <p:cNvSpPr/>
                  <p:nvPr/>
                </p:nvSpPr>
                <p:spPr>
                  <a:xfrm>
                    <a:off x="5558980" y="2059780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0" name="Google Shape;650;p26"/>
                  <p:cNvSpPr/>
                  <p:nvPr/>
                </p:nvSpPr>
                <p:spPr>
                  <a:xfrm>
                    <a:off x="5648325" y="2059780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1" name="Google Shape;651;p26"/>
                  <p:cNvSpPr/>
                  <p:nvPr/>
                </p:nvSpPr>
                <p:spPr>
                  <a:xfrm>
                    <a:off x="5618607" y="2029967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2" name="Google Shape;652;p26"/>
                  <p:cNvSpPr/>
                  <p:nvPr/>
                </p:nvSpPr>
                <p:spPr>
                  <a:xfrm>
                    <a:off x="5588793" y="2089594"/>
                    <a:ext cx="59531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8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3" name="Google Shape;653;p26"/>
                  <p:cNvSpPr/>
                  <p:nvPr/>
                </p:nvSpPr>
                <p:spPr>
                  <a:xfrm>
                    <a:off x="5231606" y="1732406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4" name="Google Shape;654;p26"/>
                  <p:cNvSpPr/>
                  <p:nvPr/>
                </p:nvSpPr>
                <p:spPr>
                  <a:xfrm>
                    <a:off x="5231606" y="1643062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5" name="Google Shape;655;p26"/>
                  <p:cNvSpPr/>
                  <p:nvPr/>
                </p:nvSpPr>
                <p:spPr>
                  <a:xfrm>
                    <a:off x="5261419" y="1672780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6" name="Google Shape;656;p26"/>
                  <p:cNvSpPr/>
                  <p:nvPr/>
                </p:nvSpPr>
                <p:spPr>
                  <a:xfrm>
                    <a:off x="5201793" y="1672780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" name="Google Shape;657;p26"/>
                  <p:cNvSpPr/>
                  <p:nvPr/>
                </p:nvSpPr>
                <p:spPr>
                  <a:xfrm>
                    <a:off x="5261419" y="1762124"/>
                    <a:ext cx="59531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7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8" name="Google Shape;658;p26"/>
                  <p:cNvSpPr/>
                  <p:nvPr/>
                </p:nvSpPr>
                <p:spPr>
                  <a:xfrm>
                    <a:off x="5350668" y="1732406"/>
                    <a:ext cx="59531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7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9" name="Google Shape;659;p26"/>
                  <p:cNvSpPr/>
                  <p:nvPr/>
                </p:nvSpPr>
                <p:spPr>
                  <a:xfrm>
                    <a:off x="5291137" y="1702593"/>
                    <a:ext cx="59531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7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0" name="Google Shape;660;p26"/>
                  <p:cNvSpPr/>
                  <p:nvPr/>
                </p:nvSpPr>
                <p:spPr>
                  <a:xfrm>
                    <a:off x="5320855" y="1791842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1" name="Google Shape;661;p26"/>
                  <p:cNvSpPr/>
                  <p:nvPr/>
                </p:nvSpPr>
                <p:spPr>
                  <a:xfrm>
                    <a:off x="5350668" y="1821655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" name="Google Shape;662;p26"/>
                  <p:cNvSpPr/>
                  <p:nvPr/>
                </p:nvSpPr>
                <p:spPr>
                  <a:xfrm>
                    <a:off x="5410200" y="1762124"/>
                    <a:ext cx="59531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7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26"/>
                  <p:cNvSpPr/>
                  <p:nvPr/>
                </p:nvSpPr>
                <p:spPr>
                  <a:xfrm>
                    <a:off x="5529262" y="1851469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4" name="Google Shape;664;p26"/>
                  <p:cNvSpPr/>
                  <p:nvPr/>
                </p:nvSpPr>
                <p:spPr>
                  <a:xfrm>
                    <a:off x="5558980" y="1791842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5" name="Google Shape;665;p26"/>
                  <p:cNvSpPr/>
                  <p:nvPr/>
                </p:nvSpPr>
                <p:spPr>
                  <a:xfrm>
                    <a:off x="5588793" y="1762124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26"/>
                  <p:cNvSpPr/>
                  <p:nvPr/>
                </p:nvSpPr>
                <p:spPr>
                  <a:xfrm>
                    <a:off x="5529262" y="1702593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7" name="Google Shape;667;p26"/>
                  <p:cNvSpPr/>
                  <p:nvPr/>
                </p:nvSpPr>
                <p:spPr>
                  <a:xfrm>
                    <a:off x="5558980" y="1672780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8" name="Google Shape;668;p26"/>
                  <p:cNvSpPr/>
                  <p:nvPr/>
                </p:nvSpPr>
                <p:spPr>
                  <a:xfrm>
                    <a:off x="5588793" y="1643062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26"/>
                  <p:cNvSpPr/>
                  <p:nvPr/>
                </p:nvSpPr>
                <p:spPr>
                  <a:xfrm>
                    <a:off x="5618607" y="1613344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0" name="Google Shape;670;p26"/>
                  <p:cNvSpPr/>
                  <p:nvPr/>
                </p:nvSpPr>
                <p:spPr>
                  <a:xfrm>
                    <a:off x="5678043" y="1613344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1" name="Google Shape;671;p26"/>
                  <p:cNvSpPr/>
                  <p:nvPr/>
                </p:nvSpPr>
                <p:spPr>
                  <a:xfrm>
                    <a:off x="5767387" y="1613344"/>
                    <a:ext cx="59531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8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2" name="Google Shape;672;p26"/>
                  <p:cNvSpPr/>
                  <p:nvPr/>
                </p:nvSpPr>
                <p:spPr>
                  <a:xfrm>
                    <a:off x="5678043" y="1494281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3" name="Google Shape;673;p26"/>
                  <p:cNvSpPr/>
                  <p:nvPr/>
                </p:nvSpPr>
                <p:spPr>
                  <a:xfrm>
                    <a:off x="5707856" y="1464468"/>
                    <a:ext cx="89344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44" h="29718" extrusionOk="0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4" name="Google Shape;674;p26"/>
                  <p:cNvSpPr/>
                  <p:nvPr/>
                </p:nvSpPr>
                <p:spPr>
                  <a:xfrm>
                    <a:off x="5797105" y="1434655"/>
                    <a:ext cx="89344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44" h="29718" extrusionOk="0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5" name="Google Shape;675;p26"/>
                  <p:cNvSpPr/>
                  <p:nvPr/>
                </p:nvSpPr>
                <p:spPr>
                  <a:xfrm>
                    <a:off x="5707856" y="1553717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6" name="Google Shape;676;p26"/>
                  <p:cNvSpPr/>
                  <p:nvPr/>
                </p:nvSpPr>
                <p:spPr>
                  <a:xfrm>
                    <a:off x="5737669" y="1583530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7" name="Google Shape;677;p26"/>
                  <p:cNvSpPr/>
                  <p:nvPr/>
                </p:nvSpPr>
                <p:spPr>
                  <a:xfrm>
                    <a:off x="5797105" y="1494281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8" name="Google Shape;678;p26"/>
                  <p:cNvSpPr/>
                  <p:nvPr/>
                </p:nvSpPr>
                <p:spPr>
                  <a:xfrm>
                    <a:off x="5767387" y="1523999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9" name="Google Shape;679;p26"/>
                  <p:cNvSpPr/>
                  <p:nvPr/>
                </p:nvSpPr>
                <p:spPr>
                  <a:xfrm>
                    <a:off x="5707856" y="1494281"/>
                    <a:ext cx="89249" cy="59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249" h="59435" extrusionOk="0">
                        <a:moveTo>
                          <a:pt x="89249" y="0"/>
                        </a:moveTo>
                        <a:lnTo>
                          <a:pt x="89249" y="29718"/>
                        </a:lnTo>
                        <a:lnTo>
                          <a:pt x="59531" y="29718"/>
                        </a:lnTo>
                        <a:lnTo>
                          <a:pt x="59531" y="59436"/>
                        </a:lnTo>
                        <a:lnTo>
                          <a:pt x="0" y="59436"/>
                        </a:lnTo>
                        <a:lnTo>
                          <a:pt x="0" y="0"/>
                        </a:lnTo>
                        <a:lnTo>
                          <a:pt x="89249" y="0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0" name="Google Shape;680;p26"/>
                  <p:cNvSpPr/>
                  <p:nvPr/>
                </p:nvSpPr>
                <p:spPr>
                  <a:xfrm>
                    <a:off x="5737669" y="1553717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1" name="Google Shape;681;p26"/>
                  <p:cNvSpPr/>
                  <p:nvPr/>
                </p:nvSpPr>
                <p:spPr>
                  <a:xfrm>
                    <a:off x="5767387" y="1523999"/>
                    <a:ext cx="59531" cy="89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89344" extrusionOk="0">
                        <a:moveTo>
                          <a:pt x="59531" y="0"/>
                        </a:moveTo>
                        <a:lnTo>
                          <a:pt x="59531" y="89344"/>
                        </a:lnTo>
                        <a:lnTo>
                          <a:pt x="0" y="89344"/>
                        </a:lnTo>
                        <a:lnTo>
                          <a:pt x="0" y="29718"/>
                        </a:lnTo>
                        <a:lnTo>
                          <a:pt x="29718" y="29718"/>
                        </a:lnTo>
                        <a:lnTo>
                          <a:pt x="29718" y="0"/>
                        </a:lnTo>
                        <a:lnTo>
                          <a:pt x="59531" y="0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2" name="Google Shape;682;p26"/>
                  <p:cNvSpPr/>
                  <p:nvPr/>
                </p:nvSpPr>
                <p:spPr>
                  <a:xfrm>
                    <a:off x="5826918" y="1523999"/>
                    <a:ext cx="29718" cy="89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89344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3" name="Google Shape;683;p26"/>
                  <p:cNvSpPr/>
                  <p:nvPr/>
                </p:nvSpPr>
                <p:spPr>
                  <a:xfrm>
                    <a:off x="5797105" y="1464468"/>
                    <a:ext cx="59626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626" h="59531" extrusionOk="0">
                        <a:moveTo>
                          <a:pt x="59627" y="0"/>
                        </a:moveTo>
                        <a:lnTo>
                          <a:pt x="59627" y="59531"/>
                        </a:lnTo>
                        <a:lnTo>
                          <a:pt x="29813" y="59531"/>
                        </a:lnTo>
                        <a:lnTo>
                          <a:pt x="29813" y="29813"/>
                        </a:lnTo>
                        <a:lnTo>
                          <a:pt x="0" y="29813"/>
                        </a:lnTo>
                        <a:lnTo>
                          <a:pt x="0" y="0"/>
                        </a:lnTo>
                        <a:lnTo>
                          <a:pt x="59627" y="0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4" name="Google Shape;684;p26"/>
                  <p:cNvSpPr/>
                  <p:nvPr/>
                </p:nvSpPr>
                <p:spPr>
                  <a:xfrm>
                    <a:off x="5856732" y="1434655"/>
                    <a:ext cx="29718" cy="89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89344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5" name="Google Shape;685;p26"/>
                  <p:cNvSpPr/>
                  <p:nvPr/>
                </p:nvSpPr>
                <p:spPr>
                  <a:xfrm>
                    <a:off x="5707856" y="1643062"/>
                    <a:ext cx="59531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8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6" name="Google Shape;686;p26"/>
                  <p:cNvSpPr/>
                  <p:nvPr/>
                </p:nvSpPr>
                <p:spPr>
                  <a:xfrm>
                    <a:off x="5678042" y="1553717"/>
                    <a:ext cx="89344" cy="89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44" h="89344" extrusionOk="0">
                        <a:moveTo>
                          <a:pt x="89345" y="59626"/>
                        </a:moveTo>
                        <a:lnTo>
                          <a:pt x="89345" y="89345"/>
                        </a:lnTo>
                        <a:lnTo>
                          <a:pt x="29813" y="89345"/>
                        </a:lnTo>
                        <a:lnTo>
                          <a:pt x="29813" y="59626"/>
                        </a:lnTo>
                        <a:lnTo>
                          <a:pt x="0" y="59626"/>
                        </a:lnTo>
                        <a:lnTo>
                          <a:pt x="0" y="0"/>
                        </a:lnTo>
                        <a:lnTo>
                          <a:pt x="29813" y="0"/>
                        </a:lnTo>
                        <a:lnTo>
                          <a:pt x="29813" y="29813"/>
                        </a:lnTo>
                        <a:lnTo>
                          <a:pt x="59627" y="29813"/>
                        </a:lnTo>
                        <a:lnTo>
                          <a:pt x="59627" y="59626"/>
                        </a:lnTo>
                        <a:lnTo>
                          <a:pt x="89345" y="59626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7" name="Google Shape;687;p26"/>
                  <p:cNvSpPr/>
                  <p:nvPr/>
                </p:nvSpPr>
                <p:spPr>
                  <a:xfrm>
                    <a:off x="5648325" y="1553717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" name="Google Shape;688;p26"/>
                  <p:cNvSpPr/>
                  <p:nvPr/>
                </p:nvSpPr>
                <p:spPr>
                  <a:xfrm>
                    <a:off x="5618607" y="1732406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9" name="Google Shape;689;p26"/>
                  <p:cNvSpPr/>
                  <p:nvPr/>
                </p:nvSpPr>
                <p:spPr>
                  <a:xfrm>
                    <a:off x="5648325" y="1702593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0" name="Google Shape;690;p26"/>
                  <p:cNvSpPr/>
                  <p:nvPr/>
                </p:nvSpPr>
                <p:spPr>
                  <a:xfrm>
                    <a:off x="5678043" y="1672780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1" name="Google Shape;691;p26"/>
                  <p:cNvSpPr/>
                  <p:nvPr/>
                </p:nvSpPr>
                <p:spPr>
                  <a:xfrm>
                    <a:off x="5469731" y="1732406"/>
                    <a:ext cx="59531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7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2" name="Google Shape;692;p26"/>
                  <p:cNvSpPr/>
                  <p:nvPr/>
                </p:nvSpPr>
                <p:spPr>
                  <a:xfrm>
                    <a:off x="5499544" y="1821655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3" name="Google Shape;693;p26"/>
                  <p:cNvSpPr/>
                  <p:nvPr/>
                </p:nvSpPr>
                <p:spPr>
                  <a:xfrm>
                    <a:off x="5469731" y="1613343"/>
                    <a:ext cx="238125" cy="238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8125" h="238125" extrusionOk="0">
                        <a:moveTo>
                          <a:pt x="238125" y="29718"/>
                        </a:moveTo>
                        <a:lnTo>
                          <a:pt x="238125" y="59436"/>
                        </a:lnTo>
                        <a:lnTo>
                          <a:pt x="208312" y="59436"/>
                        </a:lnTo>
                        <a:lnTo>
                          <a:pt x="208312" y="89249"/>
                        </a:lnTo>
                        <a:lnTo>
                          <a:pt x="178594" y="89249"/>
                        </a:lnTo>
                        <a:lnTo>
                          <a:pt x="178594" y="119063"/>
                        </a:lnTo>
                        <a:lnTo>
                          <a:pt x="148876" y="119063"/>
                        </a:lnTo>
                        <a:lnTo>
                          <a:pt x="148876" y="148781"/>
                        </a:lnTo>
                        <a:lnTo>
                          <a:pt x="119063" y="148781"/>
                        </a:lnTo>
                        <a:lnTo>
                          <a:pt x="119063" y="178499"/>
                        </a:lnTo>
                        <a:lnTo>
                          <a:pt x="89249" y="178499"/>
                        </a:lnTo>
                        <a:lnTo>
                          <a:pt x="89249" y="238125"/>
                        </a:lnTo>
                        <a:lnTo>
                          <a:pt x="59531" y="238125"/>
                        </a:lnTo>
                        <a:lnTo>
                          <a:pt x="59531" y="208312"/>
                        </a:lnTo>
                        <a:lnTo>
                          <a:pt x="29813" y="208312"/>
                        </a:lnTo>
                        <a:lnTo>
                          <a:pt x="29813" y="178499"/>
                        </a:lnTo>
                        <a:lnTo>
                          <a:pt x="0" y="178499"/>
                        </a:lnTo>
                        <a:lnTo>
                          <a:pt x="0" y="148781"/>
                        </a:lnTo>
                        <a:lnTo>
                          <a:pt x="59531" y="148781"/>
                        </a:lnTo>
                        <a:lnTo>
                          <a:pt x="59531" y="119063"/>
                        </a:lnTo>
                        <a:lnTo>
                          <a:pt x="89249" y="119063"/>
                        </a:lnTo>
                        <a:lnTo>
                          <a:pt x="89249" y="89249"/>
                        </a:lnTo>
                        <a:lnTo>
                          <a:pt x="119063" y="89249"/>
                        </a:lnTo>
                        <a:lnTo>
                          <a:pt x="119063" y="59436"/>
                        </a:lnTo>
                        <a:lnTo>
                          <a:pt x="148876" y="59436"/>
                        </a:lnTo>
                        <a:lnTo>
                          <a:pt x="148876" y="29718"/>
                        </a:lnTo>
                        <a:lnTo>
                          <a:pt x="178594" y="29718"/>
                        </a:lnTo>
                        <a:lnTo>
                          <a:pt x="178594" y="0"/>
                        </a:lnTo>
                        <a:lnTo>
                          <a:pt x="208312" y="0"/>
                        </a:lnTo>
                        <a:lnTo>
                          <a:pt x="208312" y="29718"/>
                        </a:lnTo>
                        <a:lnTo>
                          <a:pt x="238125" y="29718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4" name="Google Shape;694;p26"/>
                  <p:cNvSpPr/>
                  <p:nvPr/>
                </p:nvSpPr>
                <p:spPr>
                  <a:xfrm>
                    <a:off x="5469731" y="1791842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5" name="Google Shape;695;p26"/>
                  <p:cNvSpPr/>
                  <p:nvPr/>
                </p:nvSpPr>
                <p:spPr>
                  <a:xfrm>
                    <a:off x="5499544" y="1791842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6" name="Google Shape;696;p26"/>
                  <p:cNvSpPr/>
                  <p:nvPr/>
                </p:nvSpPr>
                <p:spPr>
                  <a:xfrm>
                    <a:off x="5558980" y="1762124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7" name="Google Shape;697;p26"/>
                  <p:cNvSpPr/>
                  <p:nvPr/>
                </p:nvSpPr>
                <p:spPr>
                  <a:xfrm>
                    <a:off x="5529262" y="1762124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8" name="Google Shape;698;p26"/>
                  <p:cNvSpPr/>
                  <p:nvPr/>
                </p:nvSpPr>
                <p:spPr>
                  <a:xfrm>
                    <a:off x="5588793" y="1732406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9" name="Google Shape;699;p26"/>
                  <p:cNvSpPr/>
                  <p:nvPr/>
                </p:nvSpPr>
                <p:spPr>
                  <a:xfrm>
                    <a:off x="5648325" y="1672780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0" name="Google Shape;700;p26"/>
                  <p:cNvSpPr/>
                  <p:nvPr/>
                </p:nvSpPr>
                <p:spPr>
                  <a:xfrm>
                    <a:off x="5529262" y="1821655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1" name="Google Shape;701;p26"/>
                  <p:cNvSpPr/>
                  <p:nvPr/>
                </p:nvSpPr>
                <p:spPr>
                  <a:xfrm>
                    <a:off x="5469731" y="1762124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2" name="Google Shape;702;p26"/>
                  <p:cNvSpPr/>
                  <p:nvPr/>
                </p:nvSpPr>
                <p:spPr>
                  <a:xfrm>
                    <a:off x="5023770" y="1851564"/>
                    <a:ext cx="445865" cy="4757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865" h="475773" extrusionOk="0">
                        <a:moveTo>
                          <a:pt x="416147" y="89154"/>
                        </a:moveTo>
                        <a:lnTo>
                          <a:pt x="416147" y="59436"/>
                        </a:lnTo>
                        <a:lnTo>
                          <a:pt x="386429" y="59436"/>
                        </a:lnTo>
                        <a:lnTo>
                          <a:pt x="386429" y="89154"/>
                        </a:lnTo>
                        <a:lnTo>
                          <a:pt x="356711" y="89154"/>
                        </a:lnTo>
                        <a:lnTo>
                          <a:pt x="356711" y="118872"/>
                        </a:lnTo>
                        <a:lnTo>
                          <a:pt x="326993" y="118872"/>
                        </a:lnTo>
                        <a:lnTo>
                          <a:pt x="326993" y="148590"/>
                        </a:lnTo>
                        <a:lnTo>
                          <a:pt x="297275" y="148590"/>
                        </a:lnTo>
                        <a:lnTo>
                          <a:pt x="297275" y="178308"/>
                        </a:lnTo>
                        <a:lnTo>
                          <a:pt x="267557" y="178308"/>
                        </a:lnTo>
                        <a:lnTo>
                          <a:pt x="267557" y="208026"/>
                        </a:lnTo>
                        <a:lnTo>
                          <a:pt x="237839" y="208026"/>
                        </a:lnTo>
                        <a:lnTo>
                          <a:pt x="237839" y="178308"/>
                        </a:lnTo>
                        <a:lnTo>
                          <a:pt x="267557" y="178308"/>
                        </a:lnTo>
                        <a:lnTo>
                          <a:pt x="267557" y="148590"/>
                        </a:lnTo>
                        <a:lnTo>
                          <a:pt x="297275" y="148590"/>
                        </a:lnTo>
                        <a:lnTo>
                          <a:pt x="297275" y="118872"/>
                        </a:lnTo>
                        <a:lnTo>
                          <a:pt x="326993" y="118872"/>
                        </a:lnTo>
                        <a:lnTo>
                          <a:pt x="326993" y="89154"/>
                        </a:lnTo>
                        <a:lnTo>
                          <a:pt x="356711" y="89154"/>
                        </a:lnTo>
                        <a:lnTo>
                          <a:pt x="356711" y="59436"/>
                        </a:lnTo>
                        <a:lnTo>
                          <a:pt x="386429" y="59436"/>
                        </a:lnTo>
                        <a:lnTo>
                          <a:pt x="386429" y="29718"/>
                        </a:lnTo>
                        <a:lnTo>
                          <a:pt x="356711" y="29718"/>
                        </a:lnTo>
                        <a:lnTo>
                          <a:pt x="356711" y="0"/>
                        </a:lnTo>
                        <a:lnTo>
                          <a:pt x="326993" y="0"/>
                        </a:lnTo>
                        <a:lnTo>
                          <a:pt x="326993" y="29718"/>
                        </a:lnTo>
                        <a:lnTo>
                          <a:pt x="267462" y="29718"/>
                        </a:lnTo>
                        <a:lnTo>
                          <a:pt x="267462" y="59436"/>
                        </a:lnTo>
                        <a:lnTo>
                          <a:pt x="237744" y="59436"/>
                        </a:lnTo>
                        <a:lnTo>
                          <a:pt x="237744" y="89154"/>
                        </a:lnTo>
                        <a:lnTo>
                          <a:pt x="208026" y="89154"/>
                        </a:lnTo>
                        <a:lnTo>
                          <a:pt x="208026" y="118872"/>
                        </a:lnTo>
                        <a:lnTo>
                          <a:pt x="178308" y="118872"/>
                        </a:lnTo>
                        <a:lnTo>
                          <a:pt x="178308" y="148590"/>
                        </a:lnTo>
                        <a:lnTo>
                          <a:pt x="148590" y="148590"/>
                        </a:lnTo>
                        <a:lnTo>
                          <a:pt x="148590" y="178308"/>
                        </a:lnTo>
                        <a:lnTo>
                          <a:pt x="118872" y="178308"/>
                        </a:lnTo>
                        <a:lnTo>
                          <a:pt x="118872" y="208026"/>
                        </a:lnTo>
                        <a:lnTo>
                          <a:pt x="89154" y="208026"/>
                        </a:lnTo>
                        <a:lnTo>
                          <a:pt x="89154" y="237744"/>
                        </a:lnTo>
                        <a:lnTo>
                          <a:pt x="59436" y="237744"/>
                        </a:lnTo>
                        <a:lnTo>
                          <a:pt x="59436" y="267462"/>
                        </a:lnTo>
                        <a:lnTo>
                          <a:pt x="29718" y="267462"/>
                        </a:lnTo>
                        <a:lnTo>
                          <a:pt x="29718" y="326993"/>
                        </a:lnTo>
                        <a:lnTo>
                          <a:pt x="0" y="326993"/>
                        </a:lnTo>
                        <a:lnTo>
                          <a:pt x="0" y="386525"/>
                        </a:lnTo>
                        <a:lnTo>
                          <a:pt x="29718" y="386525"/>
                        </a:lnTo>
                        <a:lnTo>
                          <a:pt x="29718" y="446056"/>
                        </a:lnTo>
                        <a:lnTo>
                          <a:pt x="59436" y="446056"/>
                        </a:lnTo>
                        <a:lnTo>
                          <a:pt x="59436" y="475774"/>
                        </a:lnTo>
                        <a:lnTo>
                          <a:pt x="89154" y="475774"/>
                        </a:lnTo>
                        <a:lnTo>
                          <a:pt x="89154" y="446056"/>
                        </a:lnTo>
                        <a:lnTo>
                          <a:pt x="118872" y="446056"/>
                        </a:lnTo>
                        <a:lnTo>
                          <a:pt x="118872" y="416338"/>
                        </a:lnTo>
                        <a:lnTo>
                          <a:pt x="178403" y="416338"/>
                        </a:lnTo>
                        <a:lnTo>
                          <a:pt x="178403" y="386620"/>
                        </a:lnTo>
                        <a:lnTo>
                          <a:pt x="208121" y="386620"/>
                        </a:lnTo>
                        <a:lnTo>
                          <a:pt x="208121" y="356902"/>
                        </a:lnTo>
                        <a:lnTo>
                          <a:pt x="237839" y="356902"/>
                        </a:lnTo>
                        <a:lnTo>
                          <a:pt x="237839" y="327184"/>
                        </a:lnTo>
                        <a:lnTo>
                          <a:pt x="267557" y="327184"/>
                        </a:lnTo>
                        <a:lnTo>
                          <a:pt x="267557" y="297466"/>
                        </a:lnTo>
                        <a:lnTo>
                          <a:pt x="297275" y="297466"/>
                        </a:lnTo>
                        <a:lnTo>
                          <a:pt x="297275" y="267748"/>
                        </a:lnTo>
                        <a:lnTo>
                          <a:pt x="326993" y="267748"/>
                        </a:lnTo>
                        <a:lnTo>
                          <a:pt x="326993" y="238030"/>
                        </a:lnTo>
                        <a:lnTo>
                          <a:pt x="356711" y="238030"/>
                        </a:lnTo>
                        <a:lnTo>
                          <a:pt x="356711" y="208312"/>
                        </a:lnTo>
                        <a:lnTo>
                          <a:pt x="386429" y="208312"/>
                        </a:lnTo>
                        <a:lnTo>
                          <a:pt x="386429" y="178594"/>
                        </a:lnTo>
                        <a:lnTo>
                          <a:pt x="416147" y="178594"/>
                        </a:lnTo>
                        <a:lnTo>
                          <a:pt x="416147" y="119063"/>
                        </a:lnTo>
                        <a:lnTo>
                          <a:pt x="445865" y="119063"/>
                        </a:lnTo>
                        <a:lnTo>
                          <a:pt x="445865" y="89345"/>
                        </a:lnTo>
                        <a:lnTo>
                          <a:pt x="416147" y="89345"/>
                        </a:lnTo>
                        <a:close/>
                        <a:moveTo>
                          <a:pt x="207740" y="267748"/>
                        </a:moveTo>
                        <a:lnTo>
                          <a:pt x="178022" y="267748"/>
                        </a:lnTo>
                        <a:lnTo>
                          <a:pt x="178022" y="297466"/>
                        </a:lnTo>
                        <a:lnTo>
                          <a:pt x="148304" y="297466"/>
                        </a:lnTo>
                        <a:lnTo>
                          <a:pt x="148304" y="327184"/>
                        </a:lnTo>
                        <a:lnTo>
                          <a:pt x="118586" y="327184"/>
                        </a:lnTo>
                        <a:lnTo>
                          <a:pt x="118586" y="356902"/>
                        </a:lnTo>
                        <a:lnTo>
                          <a:pt x="88868" y="356902"/>
                        </a:lnTo>
                        <a:lnTo>
                          <a:pt x="88868" y="327184"/>
                        </a:lnTo>
                        <a:lnTo>
                          <a:pt x="118586" y="327184"/>
                        </a:lnTo>
                        <a:lnTo>
                          <a:pt x="118586" y="297466"/>
                        </a:lnTo>
                        <a:lnTo>
                          <a:pt x="148304" y="297466"/>
                        </a:lnTo>
                        <a:lnTo>
                          <a:pt x="148304" y="267748"/>
                        </a:lnTo>
                        <a:lnTo>
                          <a:pt x="178022" y="267748"/>
                        </a:lnTo>
                        <a:lnTo>
                          <a:pt x="178022" y="238030"/>
                        </a:lnTo>
                        <a:lnTo>
                          <a:pt x="207740" y="238030"/>
                        </a:lnTo>
                        <a:lnTo>
                          <a:pt x="207740" y="267748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3" name="Google Shape;703;p26"/>
                  <p:cNvSpPr/>
                  <p:nvPr/>
                </p:nvSpPr>
                <p:spPr>
                  <a:xfrm>
                    <a:off x="5231606" y="1672780"/>
                    <a:ext cx="416718" cy="4168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6718" h="416813" extrusionOk="0">
                        <a:moveTo>
                          <a:pt x="416719" y="387001"/>
                        </a:moveTo>
                        <a:lnTo>
                          <a:pt x="416719" y="416814"/>
                        </a:lnTo>
                        <a:lnTo>
                          <a:pt x="357188" y="416814"/>
                        </a:lnTo>
                        <a:lnTo>
                          <a:pt x="357188" y="387001"/>
                        </a:lnTo>
                        <a:lnTo>
                          <a:pt x="327374" y="387001"/>
                        </a:lnTo>
                        <a:lnTo>
                          <a:pt x="327374" y="327470"/>
                        </a:lnTo>
                        <a:lnTo>
                          <a:pt x="297656" y="327470"/>
                        </a:lnTo>
                        <a:lnTo>
                          <a:pt x="297656" y="297752"/>
                        </a:lnTo>
                        <a:lnTo>
                          <a:pt x="267938" y="297752"/>
                        </a:lnTo>
                        <a:lnTo>
                          <a:pt x="267938" y="267938"/>
                        </a:lnTo>
                        <a:lnTo>
                          <a:pt x="238125" y="267938"/>
                        </a:lnTo>
                        <a:lnTo>
                          <a:pt x="238125" y="238125"/>
                        </a:lnTo>
                        <a:lnTo>
                          <a:pt x="208312" y="238125"/>
                        </a:lnTo>
                        <a:lnTo>
                          <a:pt x="208312" y="208407"/>
                        </a:lnTo>
                        <a:lnTo>
                          <a:pt x="178594" y="208407"/>
                        </a:lnTo>
                        <a:lnTo>
                          <a:pt x="178594" y="178689"/>
                        </a:lnTo>
                        <a:lnTo>
                          <a:pt x="148876" y="178689"/>
                        </a:lnTo>
                        <a:lnTo>
                          <a:pt x="148876" y="148876"/>
                        </a:lnTo>
                        <a:lnTo>
                          <a:pt x="119063" y="148876"/>
                        </a:lnTo>
                        <a:lnTo>
                          <a:pt x="119063" y="119062"/>
                        </a:lnTo>
                        <a:lnTo>
                          <a:pt x="89249" y="119062"/>
                        </a:lnTo>
                        <a:lnTo>
                          <a:pt x="89249" y="89344"/>
                        </a:lnTo>
                        <a:lnTo>
                          <a:pt x="29813" y="89344"/>
                        </a:lnTo>
                        <a:lnTo>
                          <a:pt x="29813" y="59627"/>
                        </a:lnTo>
                        <a:lnTo>
                          <a:pt x="0" y="59627"/>
                        </a:lnTo>
                        <a:lnTo>
                          <a:pt x="0" y="0"/>
                        </a:lnTo>
                        <a:lnTo>
                          <a:pt x="29813" y="0"/>
                        </a:lnTo>
                        <a:lnTo>
                          <a:pt x="29813" y="29813"/>
                        </a:lnTo>
                        <a:lnTo>
                          <a:pt x="59531" y="29813"/>
                        </a:lnTo>
                        <a:lnTo>
                          <a:pt x="59531" y="59627"/>
                        </a:lnTo>
                        <a:lnTo>
                          <a:pt x="119063" y="59627"/>
                        </a:lnTo>
                        <a:lnTo>
                          <a:pt x="119063" y="89344"/>
                        </a:lnTo>
                        <a:lnTo>
                          <a:pt x="178594" y="89344"/>
                        </a:lnTo>
                        <a:lnTo>
                          <a:pt x="178594" y="119062"/>
                        </a:lnTo>
                        <a:lnTo>
                          <a:pt x="238125" y="119062"/>
                        </a:lnTo>
                        <a:lnTo>
                          <a:pt x="238125" y="148876"/>
                        </a:lnTo>
                        <a:lnTo>
                          <a:pt x="267938" y="148876"/>
                        </a:lnTo>
                        <a:lnTo>
                          <a:pt x="267938" y="178689"/>
                        </a:lnTo>
                        <a:lnTo>
                          <a:pt x="297656" y="178689"/>
                        </a:lnTo>
                        <a:lnTo>
                          <a:pt x="297656" y="238125"/>
                        </a:lnTo>
                        <a:lnTo>
                          <a:pt x="327374" y="238125"/>
                        </a:lnTo>
                        <a:lnTo>
                          <a:pt x="327374" y="297752"/>
                        </a:lnTo>
                        <a:lnTo>
                          <a:pt x="357188" y="297752"/>
                        </a:lnTo>
                        <a:lnTo>
                          <a:pt x="357188" y="357188"/>
                        </a:lnTo>
                        <a:lnTo>
                          <a:pt x="387001" y="357188"/>
                        </a:lnTo>
                        <a:lnTo>
                          <a:pt x="387001" y="387001"/>
                        </a:lnTo>
                        <a:lnTo>
                          <a:pt x="416719" y="38700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4" name="Google Shape;704;p26"/>
                  <p:cNvSpPr/>
                  <p:nvPr/>
                </p:nvSpPr>
                <p:spPr>
                  <a:xfrm>
                    <a:off x="5380482" y="1851469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5" name="Google Shape;705;p26"/>
                  <p:cNvSpPr/>
                  <p:nvPr/>
                </p:nvSpPr>
                <p:spPr>
                  <a:xfrm>
                    <a:off x="5023294" y="2178843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6" name="Google Shape;706;p26"/>
                  <p:cNvSpPr/>
                  <p:nvPr/>
                </p:nvSpPr>
                <p:spPr>
                  <a:xfrm>
                    <a:off x="5053012" y="2119312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6"/>
                  <p:cNvSpPr/>
                  <p:nvPr/>
                </p:nvSpPr>
                <p:spPr>
                  <a:xfrm>
                    <a:off x="5082730" y="2089594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6"/>
                  <p:cNvSpPr/>
                  <p:nvPr/>
                </p:nvSpPr>
                <p:spPr>
                  <a:xfrm>
                    <a:off x="5142357" y="2029967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6"/>
                  <p:cNvSpPr/>
                  <p:nvPr/>
                </p:nvSpPr>
                <p:spPr>
                  <a:xfrm>
                    <a:off x="5053012" y="2268092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0" name="Google Shape;710;p26"/>
                  <p:cNvSpPr/>
                  <p:nvPr/>
                </p:nvSpPr>
                <p:spPr>
                  <a:xfrm>
                    <a:off x="5082730" y="2297905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1" name="Google Shape;711;p26"/>
                  <p:cNvSpPr/>
                  <p:nvPr/>
                </p:nvSpPr>
                <p:spPr>
                  <a:xfrm>
                    <a:off x="5112543" y="2268092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2" name="Google Shape;712;p26"/>
                  <p:cNvSpPr/>
                  <p:nvPr/>
                </p:nvSpPr>
                <p:spPr>
                  <a:xfrm>
                    <a:off x="5082730" y="2238374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3" name="Google Shape;713;p26"/>
                  <p:cNvSpPr/>
                  <p:nvPr/>
                </p:nvSpPr>
                <p:spPr>
                  <a:xfrm>
                    <a:off x="5201793" y="2208656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4" name="Google Shape;714;p26"/>
                  <p:cNvSpPr/>
                  <p:nvPr/>
                </p:nvSpPr>
                <p:spPr>
                  <a:xfrm>
                    <a:off x="5291137" y="1881187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5" name="Google Shape;715;p26"/>
                  <p:cNvSpPr/>
                  <p:nvPr/>
                </p:nvSpPr>
                <p:spPr>
                  <a:xfrm>
                    <a:off x="5261419" y="1910905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6" name="Google Shape;716;p26"/>
                  <p:cNvSpPr/>
                  <p:nvPr/>
                </p:nvSpPr>
                <p:spPr>
                  <a:xfrm>
                    <a:off x="5231606" y="1940718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7" name="Google Shape;717;p26"/>
                  <p:cNvSpPr/>
                  <p:nvPr/>
                </p:nvSpPr>
                <p:spPr>
                  <a:xfrm>
                    <a:off x="5201793" y="1970531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8" name="Google Shape;718;p26"/>
                  <p:cNvSpPr/>
                  <p:nvPr/>
                </p:nvSpPr>
                <p:spPr>
                  <a:xfrm>
                    <a:off x="5142357" y="2029967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9" name="Google Shape;719;p26"/>
                  <p:cNvSpPr/>
                  <p:nvPr/>
                </p:nvSpPr>
                <p:spPr>
                  <a:xfrm>
                    <a:off x="5558980" y="1970531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0" name="Google Shape;720;p26"/>
                  <p:cNvSpPr/>
                  <p:nvPr/>
                </p:nvSpPr>
                <p:spPr>
                  <a:xfrm>
                    <a:off x="5529262" y="1970531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1" name="Google Shape;721;p26"/>
                  <p:cNvSpPr/>
                  <p:nvPr/>
                </p:nvSpPr>
                <p:spPr>
                  <a:xfrm>
                    <a:off x="5499544" y="1940718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2" name="Google Shape;722;p26"/>
                  <p:cNvSpPr/>
                  <p:nvPr/>
                </p:nvSpPr>
                <p:spPr>
                  <a:xfrm>
                    <a:off x="5469731" y="1910905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3" name="Google Shape;723;p26"/>
                  <p:cNvSpPr/>
                  <p:nvPr/>
                </p:nvSpPr>
                <p:spPr>
                  <a:xfrm>
                    <a:off x="5439918" y="1881187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4" name="Google Shape;724;p26"/>
                  <p:cNvSpPr/>
                  <p:nvPr/>
                </p:nvSpPr>
                <p:spPr>
                  <a:xfrm>
                    <a:off x="5529262" y="1910905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5" name="Google Shape;725;p26"/>
                  <p:cNvSpPr/>
                  <p:nvPr/>
                </p:nvSpPr>
                <p:spPr>
                  <a:xfrm>
                    <a:off x="5588793" y="2029967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6" name="Google Shape;726;p26"/>
                  <p:cNvSpPr/>
                  <p:nvPr/>
                </p:nvSpPr>
                <p:spPr>
                  <a:xfrm>
                    <a:off x="5558980" y="2029967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7" name="Google Shape;727;p26"/>
                  <p:cNvSpPr/>
                  <p:nvPr/>
                </p:nvSpPr>
                <p:spPr>
                  <a:xfrm>
                    <a:off x="5588793" y="2059780"/>
                    <a:ext cx="59531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8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8" name="Google Shape;728;p26"/>
                  <p:cNvSpPr/>
                  <p:nvPr/>
                </p:nvSpPr>
                <p:spPr>
                  <a:xfrm>
                    <a:off x="5142357" y="2238374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9" name="Google Shape;729;p26"/>
                  <p:cNvSpPr/>
                  <p:nvPr/>
                </p:nvSpPr>
                <p:spPr>
                  <a:xfrm>
                    <a:off x="5201793" y="2208656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0" name="Google Shape;730;p26"/>
                  <p:cNvSpPr/>
                  <p:nvPr/>
                </p:nvSpPr>
                <p:spPr>
                  <a:xfrm>
                    <a:off x="5172075" y="2238374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1" name="Google Shape;731;p26"/>
                  <p:cNvSpPr/>
                  <p:nvPr/>
                </p:nvSpPr>
                <p:spPr>
                  <a:xfrm>
                    <a:off x="5261419" y="2149030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2" name="Google Shape;732;p26"/>
                  <p:cNvSpPr/>
                  <p:nvPr/>
                </p:nvSpPr>
                <p:spPr>
                  <a:xfrm>
                    <a:off x="5231606" y="2178843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3" name="Google Shape;733;p26"/>
                  <p:cNvSpPr/>
                  <p:nvPr/>
                </p:nvSpPr>
                <p:spPr>
                  <a:xfrm>
                    <a:off x="5320855" y="2089594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4" name="Google Shape;734;p26"/>
                  <p:cNvSpPr/>
                  <p:nvPr/>
                </p:nvSpPr>
                <p:spPr>
                  <a:xfrm>
                    <a:off x="5231606" y="1672780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5" name="Google Shape;735;p26"/>
                  <p:cNvSpPr/>
                  <p:nvPr/>
                </p:nvSpPr>
                <p:spPr>
                  <a:xfrm>
                    <a:off x="5261419" y="1732406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6" name="Google Shape;736;p26"/>
                  <p:cNvSpPr/>
                  <p:nvPr/>
                </p:nvSpPr>
                <p:spPr>
                  <a:xfrm>
                    <a:off x="5320855" y="1732406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6"/>
                  <p:cNvSpPr/>
                  <p:nvPr/>
                </p:nvSpPr>
                <p:spPr>
                  <a:xfrm>
                    <a:off x="5350668" y="1791842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8" name="Google Shape;738;p26"/>
                  <p:cNvSpPr/>
                  <p:nvPr/>
                </p:nvSpPr>
                <p:spPr>
                  <a:xfrm>
                    <a:off x="5588793" y="1672780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9" name="Google Shape;739;p26"/>
                  <p:cNvSpPr/>
                  <p:nvPr/>
                </p:nvSpPr>
                <p:spPr>
                  <a:xfrm>
                    <a:off x="5529262" y="1732406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6"/>
                  <p:cNvSpPr/>
                  <p:nvPr/>
                </p:nvSpPr>
                <p:spPr>
                  <a:xfrm>
                    <a:off x="5707856" y="1494281"/>
                    <a:ext cx="59531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7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1" name="Google Shape;741;p26"/>
                  <p:cNvSpPr/>
                  <p:nvPr/>
                </p:nvSpPr>
                <p:spPr>
                  <a:xfrm>
                    <a:off x="5678043" y="1553717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2" name="Google Shape;742;p26"/>
                  <p:cNvSpPr/>
                  <p:nvPr/>
                </p:nvSpPr>
                <p:spPr>
                  <a:xfrm>
                    <a:off x="5678043" y="1583530"/>
                    <a:ext cx="59531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8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6"/>
                  <p:cNvSpPr/>
                  <p:nvPr/>
                </p:nvSpPr>
                <p:spPr>
                  <a:xfrm>
                    <a:off x="5797105" y="1464468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4" name="Google Shape;744;p26"/>
                  <p:cNvSpPr/>
                  <p:nvPr/>
                </p:nvSpPr>
                <p:spPr>
                  <a:xfrm>
                    <a:off x="5767387" y="1583530"/>
                    <a:ext cx="59531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31" h="29718" extrusionOk="0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5" name="Google Shape;745;p26"/>
                  <p:cNvSpPr/>
                  <p:nvPr/>
                </p:nvSpPr>
                <p:spPr>
                  <a:xfrm>
                    <a:off x="5797105" y="1553717"/>
                    <a:ext cx="29718" cy="29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7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6" name="Google Shape;746;p26"/>
                  <p:cNvSpPr/>
                  <p:nvPr/>
                </p:nvSpPr>
                <p:spPr>
                  <a:xfrm>
                    <a:off x="5826918" y="1464468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7" name="Google Shape;747;p26"/>
                <p:cNvGrpSpPr/>
                <p:nvPr/>
              </p:nvGrpSpPr>
              <p:grpSpPr>
                <a:xfrm>
                  <a:off x="4993481" y="2178843"/>
                  <a:ext cx="148780" cy="267843"/>
                  <a:chOff x="4993481" y="2178843"/>
                  <a:chExt cx="148780" cy="267843"/>
                </a:xfrm>
              </p:grpSpPr>
              <p:sp>
                <p:nvSpPr>
                  <p:cNvPr id="748" name="Google Shape;748;p26"/>
                  <p:cNvSpPr/>
                  <p:nvPr/>
                </p:nvSpPr>
                <p:spPr>
                  <a:xfrm>
                    <a:off x="4993481" y="2178843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9" name="Google Shape;749;p26"/>
                  <p:cNvSpPr/>
                  <p:nvPr/>
                </p:nvSpPr>
                <p:spPr>
                  <a:xfrm>
                    <a:off x="5023294" y="2238374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0" name="Google Shape;750;p26"/>
                  <p:cNvSpPr/>
                  <p:nvPr/>
                </p:nvSpPr>
                <p:spPr>
                  <a:xfrm>
                    <a:off x="5053012" y="2297905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1" name="Google Shape;751;p26"/>
                  <p:cNvSpPr/>
                  <p:nvPr/>
                </p:nvSpPr>
                <p:spPr>
                  <a:xfrm>
                    <a:off x="5082730" y="2357437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2" name="Google Shape;752;p26"/>
                  <p:cNvSpPr/>
                  <p:nvPr/>
                </p:nvSpPr>
                <p:spPr>
                  <a:xfrm>
                    <a:off x="5112543" y="2387155"/>
                    <a:ext cx="29718" cy="59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59531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3" name="Google Shape;753;p26"/>
                  <p:cNvSpPr/>
                  <p:nvPr/>
                </p:nvSpPr>
                <p:spPr>
                  <a:xfrm>
                    <a:off x="5082730" y="2416968"/>
                    <a:ext cx="29718" cy="29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" h="29718" extrusionOk="0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54" name="Google Shape;754;p26"/>
              <p:cNvGrpSpPr/>
              <p:nvPr/>
            </p:nvGrpSpPr>
            <p:grpSpPr>
              <a:xfrm>
                <a:off x="5439918" y="2149030"/>
                <a:ext cx="148780" cy="148780"/>
                <a:chOff x="5439918" y="2149030"/>
                <a:chExt cx="148780" cy="148780"/>
              </a:xfrm>
            </p:grpSpPr>
            <p:sp>
              <p:nvSpPr>
                <p:cNvPr id="755" name="Google Shape;755;p26"/>
                <p:cNvSpPr/>
                <p:nvPr/>
              </p:nvSpPr>
              <p:spPr>
                <a:xfrm>
                  <a:off x="5499544" y="22680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6" name="Google Shape;756;p26"/>
                <p:cNvSpPr/>
                <p:nvPr/>
              </p:nvSpPr>
              <p:spPr>
                <a:xfrm>
                  <a:off x="5499544" y="21788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7" name="Google Shape;757;p26"/>
                <p:cNvSpPr/>
                <p:nvPr/>
              </p:nvSpPr>
              <p:spPr>
                <a:xfrm>
                  <a:off x="5529262" y="22383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8" name="Google Shape;758;p26"/>
                <p:cNvSpPr/>
                <p:nvPr/>
              </p:nvSpPr>
              <p:spPr>
                <a:xfrm>
                  <a:off x="5529262" y="21490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9" name="Google Shape;759;p26"/>
                <p:cNvSpPr/>
                <p:nvPr/>
              </p:nvSpPr>
              <p:spPr>
                <a:xfrm>
                  <a:off x="5469731" y="22383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0" name="Google Shape;760;p26"/>
                <p:cNvSpPr/>
                <p:nvPr/>
              </p:nvSpPr>
              <p:spPr>
                <a:xfrm>
                  <a:off x="5469731" y="21490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6"/>
                <p:cNvSpPr/>
                <p:nvPr/>
              </p:nvSpPr>
              <p:spPr>
                <a:xfrm>
                  <a:off x="5558980" y="2178843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6"/>
                <p:cNvSpPr/>
                <p:nvPr/>
              </p:nvSpPr>
              <p:spPr>
                <a:xfrm>
                  <a:off x="5469731" y="2178843"/>
                  <a:ext cx="89249" cy="89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249" h="89249" extrusionOk="0">
                      <a:moveTo>
                        <a:pt x="89249" y="0"/>
                      </a:moveTo>
                      <a:lnTo>
                        <a:pt x="89249" y="59531"/>
                      </a:lnTo>
                      <a:lnTo>
                        <a:pt x="59531" y="59531"/>
                      </a:lnTo>
                      <a:lnTo>
                        <a:pt x="59531" y="89249"/>
                      </a:lnTo>
                      <a:lnTo>
                        <a:pt x="29813" y="89249"/>
                      </a:lnTo>
                      <a:lnTo>
                        <a:pt x="29813" y="59531"/>
                      </a:lnTo>
                      <a:lnTo>
                        <a:pt x="0" y="59531"/>
                      </a:lnTo>
                      <a:lnTo>
                        <a:pt x="0" y="0"/>
                      </a:lnTo>
                      <a:lnTo>
                        <a:pt x="29813" y="0"/>
                      </a:lnTo>
                      <a:lnTo>
                        <a:pt x="29813" y="29813"/>
                      </a:lnTo>
                      <a:lnTo>
                        <a:pt x="59531" y="29813"/>
                      </a:lnTo>
                      <a:lnTo>
                        <a:pt x="59531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26"/>
                <p:cNvSpPr/>
                <p:nvPr/>
              </p:nvSpPr>
              <p:spPr>
                <a:xfrm>
                  <a:off x="5439918" y="2178843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4" name="Google Shape;764;p26"/>
                <p:cNvSpPr/>
                <p:nvPr/>
              </p:nvSpPr>
              <p:spPr>
                <a:xfrm>
                  <a:off x="5469731" y="21788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" name="Google Shape;765;p26"/>
                <p:cNvSpPr/>
                <p:nvPr/>
              </p:nvSpPr>
              <p:spPr>
                <a:xfrm>
                  <a:off x="5499544" y="22383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66" name="Google Shape;766;p26"/>
              <p:cNvGrpSpPr/>
              <p:nvPr/>
            </p:nvGrpSpPr>
            <p:grpSpPr>
              <a:xfrm>
                <a:off x="4189857" y="2000249"/>
                <a:ext cx="148779" cy="148781"/>
                <a:chOff x="4189857" y="2000249"/>
                <a:chExt cx="148779" cy="148781"/>
              </a:xfrm>
            </p:grpSpPr>
            <p:sp>
              <p:nvSpPr>
                <p:cNvPr id="767" name="Google Shape;767;p26"/>
                <p:cNvSpPr/>
                <p:nvPr/>
              </p:nvSpPr>
              <p:spPr>
                <a:xfrm>
                  <a:off x="4249293" y="202996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8" name="Google Shape;768;p26"/>
                <p:cNvSpPr/>
                <p:nvPr/>
              </p:nvSpPr>
              <p:spPr>
                <a:xfrm>
                  <a:off x="4249293" y="208959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9" name="Google Shape;769;p26"/>
                <p:cNvSpPr/>
                <p:nvPr/>
              </p:nvSpPr>
              <p:spPr>
                <a:xfrm>
                  <a:off x="4219575" y="20597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" name="Google Shape;770;p26"/>
                <p:cNvSpPr/>
                <p:nvPr/>
              </p:nvSpPr>
              <p:spPr>
                <a:xfrm>
                  <a:off x="4249293" y="20597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1" name="Google Shape;771;p26"/>
                <p:cNvSpPr/>
                <p:nvPr/>
              </p:nvSpPr>
              <p:spPr>
                <a:xfrm>
                  <a:off x="4279106" y="2059780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2" name="Google Shape;772;p26"/>
                <p:cNvSpPr/>
                <p:nvPr/>
              </p:nvSpPr>
              <p:spPr>
                <a:xfrm>
                  <a:off x="4308919" y="2059780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3" name="Google Shape;773;p26"/>
                <p:cNvSpPr/>
                <p:nvPr/>
              </p:nvSpPr>
              <p:spPr>
                <a:xfrm>
                  <a:off x="4189857" y="20597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4" name="Google Shape;774;p26"/>
                <p:cNvSpPr/>
                <p:nvPr/>
              </p:nvSpPr>
              <p:spPr>
                <a:xfrm>
                  <a:off x="4249293" y="200024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5" name="Google Shape;775;p26"/>
                <p:cNvSpPr/>
                <p:nvPr/>
              </p:nvSpPr>
              <p:spPr>
                <a:xfrm>
                  <a:off x="4249293" y="211931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76" name="Google Shape;776;p26"/>
              <p:cNvGrpSpPr/>
              <p:nvPr/>
            </p:nvGrpSpPr>
            <p:grpSpPr>
              <a:xfrm>
                <a:off x="4338637" y="2089594"/>
                <a:ext cx="148780" cy="148780"/>
                <a:chOff x="4338637" y="2089594"/>
                <a:chExt cx="148780" cy="148780"/>
              </a:xfrm>
            </p:grpSpPr>
            <p:sp>
              <p:nvSpPr>
                <p:cNvPr id="777" name="Google Shape;777;p26"/>
                <p:cNvSpPr/>
                <p:nvPr/>
              </p:nvSpPr>
              <p:spPr>
                <a:xfrm>
                  <a:off x="4398168" y="2119312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8" name="Google Shape;778;p26"/>
                <p:cNvSpPr/>
                <p:nvPr/>
              </p:nvSpPr>
              <p:spPr>
                <a:xfrm>
                  <a:off x="4398168" y="2178843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9" name="Google Shape;779;p26"/>
                <p:cNvSpPr/>
                <p:nvPr/>
              </p:nvSpPr>
              <p:spPr>
                <a:xfrm>
                  <a:off x="4368355" y="2149030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0" name="Google Shape;780;p26"/>
                <p:cNvSpPr/>
                <p:nvPr/>
              </p:nvSpPr>
              <p:spPr>
                <a:xfrm>
                  <a:off x="4398168" y="2149030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1" name="Google Shape;781;p26"/>
                <p:cNvSpPr/>
                <p:nvPr/>
              </p:nvSpPr>
              <p:spPr>
                <a:xfrm>
                  <a:off x="4427982" y="2149030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2" name="Google Shape;782;p26"/>
                <p:cNvSpPr/>
                <p:nvPr/>
              </p:nvSpPr>
              <p:spPr>
                <a:xfrm>
                  <a:off x="4398168" y="2089594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3" name="Google Shape;783;p26"/>
                <p:cNvSpPr/>
                <p:nvPr/>
              </p:nvSpPr>
              <p:spPr>
                <a:xfrm>
                  <a:off x="4457700" y="2149030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4" name="Google Shape;784;p26"/>
                <p:cNvSpPr/>
                <p:nvPr/>
              </p:nvSpPr>
              <p:spPr>
                <a:xfrm>
                  <a:off x="4338637" y="2149030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5" name="Google Shape;785;p26"/>
                <p:cNvSpPr/>
                <p:nvPr/>
              </p:nvSpPr>
              <p:spPr>
                <a:xfrm>
                  <a:off x="4398168" y="2208656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86" name="Google Shape;786;p26"/>
              <p:cNvGrpSpPr/>
              <p:nvPr/>
            </p:nvGrpSpPr>
            <p:grpSpPr>
              <a:xfrm>
                <a:off x="4606480" y="2774155"/>
                <a:ext cx="476250" cy="446437"/>
                <a:chOff x="4606480" y="2774155"/>
                <a:chExt cx="476250" cy="446437"/>
              </a:xfrm>
            </p:grpSpPr>
            <p:sp>
              <p:nvSpPr>
                <p:cNvPr id="787" name="Google Shape;787;p26"/>
                <p:cNvSpPr/>
                <p:nvPr/>
              </p:nvSpPr>
              <p:spPr>
                <a:xfrm>
                  <a:off x="4785169" y="3012280"/>
                  <a:ext cx="119062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29718" extrusionOk="0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8" name="Google Shape;788;p26"/>
                <p:cNvSpPr/>
                <p:nvPr/>
              </p:nvSpPr>
              <p:spPr>
                <a:xfrm>
                  <a:off x="4785169" y="2774155"/>
                  <a:ext cx="119062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29718" extrusionOk="0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9" name="Google Shape;789;p26"/>
                <p:cNvSpPr/>
                <p:nvPr/>
              </p:nvSpPr>
              <p:spPr>
                <a:xfrm>
                  <a:off x="4904232" y="298246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6"/>
                <p:cNvSpPr/>
                <p:nvPr/>
              </p:nvSpPr>
              <p:spPr>
                <a:xfrm>
                  <a:off x="4904232" y="2803969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6"/>
                <p:cNvSpPr/>
                <p:nvPr/>
              </p:nvSpPr>
              <p:spPr>
                <a:xfrm>
                  <a:off x="4963668" y="295274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6"/>
                <p:cNvSpPr/>
                <p:nvPr/>
              </p:nvSpPr>
              <p:spPr>
                <a:xfrm>
                  <a:off x="4963668" y="2833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6"/>
                <p:cNvSpPr/>
                <p:nvPr/>
              </p:nvSpPr>
              <p:spPr>
                <a:xfrm>
                  <a:off x="4993481" y="2863405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26"/>
                <p:cNvSpPr/>
                <p:nvPr/>
              </p:nvSpPr>
              <p:spPr>
                <a:xfrm>
                  <a:off x="4725543" y="2803969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26"/>
                <p:cNvSpPr/>
                <p:nvPr/>
              </p:nvSpPr>
              <p:spPr>
                <a:xfrm>
                  <a:off x="4725543" y="298246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6"/>
                <p:cNvSpPr/>
                <p:nvPr/>
              </p:nvSpPr>
              <p:spPr>
                <a:xfrm>
                  <a:off x="4695825" y="2833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6"/>
                <p:cNvSpPr/>
                <p:nvPr/>
              </p:nvSpPr>
              <p:spPr>
                <a:xfrm>
                  <a:off x="4725543" y="2803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6"/>
                <p:cNvSpPr/>
                <p:nvPr/>
              </p:nvSpPr>
              <p:spPr>
                <a:xfrm>
                  <a:off x="4725543" y="2833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6"/>
                <p:cNvSpPr/>
                <p:nvPr/>
              </p:nvSpPr>
              <p:spPr>
                <a:xfrm>
                  <a:off x="4695825" y="295274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" name="Google Shape;800;p26"/>
                <p:cNvSpPr/>
                <p:nvPr/>
              </p:nvSpPr>
              <p:spPr>
                <a:xfrm>
                  <a:off x="4666107" y="2863405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" name="Google Shape;801;p26"/>
                <p:cNvSpPr/>
                <p:nvPr/>
              </p:nvSpPr>
              <p:spPr>
                <a:xfrm>
                  <a:off x="4755356" y="286340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6"/>
                <p:cNvSpPr/>
                <p:nvPr/>
              </p:nvSpPr>
              <p:spPr>
                <a:xfrm>
                  <a:off x="4755356" y="2923031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6"/>
                <p:cNvSpPr/>
                <p:nvPr/>
              </p:nvSpPr>
              <p:spPr>
                <a:xfrm>
                  <a:off x="4874418" y="286340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6"/>
                <p:cNvSpPr/>
                <p:nvPr/>
              </p:nvSpPr>
              <p:spPr>
                <a:xfrm>
                  <a:off x="4874418" y="2923031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6"/>
                <p:cNvSpPr/>
                <p:nvPr/>
              </p:nvSpPr>
              <p:spPr>
                <a:xfrm>
                  <a:off x="4725543" y="28932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6"/>
                <p:cNvSpPr/>
                <p:nvPr/>
              </p:nvSpPr>
              <p:spPr>
                <a:xfrm>
                  <a:off x="4933950" y="28932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6"/>
                <p:cNvSpPr/>
                <p:nvPr/>
              </p:nvSpPr>
              <p:spPr>
                <a:xfrm>
                  <a:off x="4814887" y="283368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6"/>
                <p:cNvSpPr/>
                <p:nvPr/>
              </p:nvSpPr>
              <p:spPr>
                <a:xfrm>
                  <a:off x="4695825" y="2803969"/>
                  <a:ext cx="297560" cy="208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560" h="208216" extrusionOk="0">
                      <a:moveTo>
                        <a:pt x="267843" y="59436"/>
                      </a:moveTo>
                      <a:lnTo>
                        <a:pt x="267843" y="29718"/>
                      </a:lnTo>
                      <a:lnTo>
                        <a:pt x="208312" y="29718"/>
                      </a:lnTo>
                      <a:lnTo>
                        <a:pt x="208312" y="0"/>
                      </a:lnTo>
                      <a:lnTo>
                        <a:pt x="89249" y="0"/>
                      </a:lnTo>
                      <a:lnTo>
                        <a:pt x="89249" y="29718"/>
                      </a:lnTo>
                      <a:lnTo>
                        <a:pt x="29718" y="29718"/>
                      </a:lnTo>
                      <a:lnTo>
                        <a:pt x="29718" y="59436"/>
                      </a:lnTo>
                      <a:lnTo>
                        <a:pt x="0" y="59436"/>
                      </a:lnTo>
                      <a:lnTo>
                        <a:pt x="0" y="148780"/>
                      </a:lnTo>
                      <a:lnTo>
                        <a:pt x="29718" y="148780"/>
                      </a:lnTo>
                      <a:lnTo>
                        <a:pt x="29718" y="178498"/>
                      </a:lnTo>
                      <a:lnTo>
                        <a:pt x="89249" y="178498"/>
                      </a:lnTo>
                      <a:lnTo>
                        <a:pt x="89249" y="208217"/>
                      </a:lnTo>
                      <a:lnTo>
                        <a:pt x="208312" y="208217"/>
                      </a:lnTo>
                      <a:lnTo>
                        <a:pt x="208312" y="178498"/>
                      </a:lnTo>
                      <a:lnTo>
                        <a:pt x="267843" y="178498"/>
                      </a:lnTo>
                      <a:lnTo>
                        <a:pt x="267843" y="148780"/>
                      </a:lnTo>
                      <a:lnTo>
                        <a:pt x="297561" y="148780"/>
                      </a:lnTo>
                      <a:lnTo>
                        <a:pt x="297561" y="59436"/>
                      </a:lnTo>
                      <a:lnTo>
                        <a:pt x="267843" y="59436"/>
                      </a:lnTo>
                      <a:close/>
                      <a:moveTo>
                        <a:pt x="267843" y="118967"/>
                      </a:moveTo>
                      <a:lnTo>
                        <a:pt x="238125" y="118967"/>
                      </a:lnTo>
                      <a:lnTo>
                        <a:pt x="238125" y="148685"/>
                      </a:lnTo>
                      <a:lnTo>
                        <a:pt x="178594" y="148685"/>
                      </a:lnTo>
                      <a:lnTo>
                        <a:pt x="178594" y="178403"/>
                      </a:lnTo>
                      <a:lnTo>
                        <a:pt x="119063" y="178403"/>
                      </a:lnTo>
                      <a:lnTo>
                        <a:pt x="119063" y="148685"/>
                      </a:lnTo>
                      <a:lnTo>
                        <a:pt x="59531" y="148685"/>
                      </a:lnTo>
                      <a:lnTo>
                        <a:pt x="59531" y="118967"/>
                      </a:lnTo>
                      <a:lnTo>
                        <a:pt x="29813" y="118967"/>
                      </a:lnTo>
                      <a:lnTo>
                        <a:pt x="29813" y="89249"/>
                      </a:lnTo>
                      <a:lnTo>
                        <a:pt x="59531" y="89249"/>
                      </a:lnTo>
                      <a:lnTo>
                        <a:pt x="59531" y="59531"/>
                      </a:lnTo>
                      <a:lnTo>
                        <a:pt x="119063" y="59531"/>
                      </a:lnTo>
                      <a:lnTo>
                        <a:pt x="119063" y="29813"/>
                      </a:lnTo>
                      <a:lnTo>
                        <a:pt x="178594" y="29813"/>
                      </a:lnTo>
                      <a:lnTo>
                        <a:pt x="178594" y="59531"/>
                      </a:lnTo>
                      <a:lnTo>
                        <a:pt x="238125" y="59531"/>
                      </a:lnTo>
                      <a:lnTo>
                        <a:pt x="238125" y="89249"/>
                      </a:lnTo>
                      <a:lnTo>
                        <a:pt x="267843" y="89249"/>
                      </a:lnTo>
                      <a:lnTo>
                        <a:pt x="267843" y="11896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6"/>
                <p:cNvSpPr/>
                <p:nvPr/>
              </p:nvSpPr>
              <p:spPr>
                <a:xfrm>
                  <a:off x="4755356" y="2863404"/>
                  <a:ext cx="178593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3" h="89344" extrusionOk="0">
                      <a:moveTo>
                        <a:pt x="178594" y="29813"/>
                      </a:moveTo>
                      <a:lnTo>
                        <a:pt x="178594" y="59627"/>
                      </a:lnTo>
                      <a:lnTo>
                        <a:pt x="119063" y="59627"/>
                      </a:lnTo>
                      <a:lnTo>
                        <a:pt x="119063" y="89345"/>
                      </a:lnTo>
                      <a:lnTo>
                        <a:pt x="59531" y="89345"/>
                      </a:lnTo>
                      <a:lnTo>
                        <a:pt x="59531" y="59627"/>
                      </a:lnTo>
                      <a:lnTo>
                        <a:pt x="0" y="59627"/>
                      </a:lnTo>
                      <a:lnTo>
                        <a:pt x="0" y="29813"/>
                      </a:lnTo>
                      <a:lnTo>
                        <a:pt x="59531" y="29813"/>
                      </a:lnTo>
                      <a:lnTo>
                        <a:pt x="59531" y="0"/>
                      </a:lnTo>
                      <a:lnTo>
                        <a:pt x="119063" y="0"/>
                      </a:lnTo>
                      <a:lnTo>
                        <a:pt x="119063" y="29813"/>
                      </a:lnTo>
                      <a:lnTo>
                        <a:pt x="178594" y="2981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6"/>
                <p:cNvSpPr/>
                <p:nvPr/>
              </p:nvSpPr>
              <p:spPr>
                <a:xfrm>
                  <a:off x="4814887" y="2952749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6"/>
                <p:cNvSpPr/>
                <p:nvPr/>
              </p:nvSpPr>
              <p:spPr>
                <a:xfrm>
                  <a:off x="4666107" y="3131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6"/>
                <p:cNvSpPr/>
                <p:nvPr/>
              </p:nvSpPr>
              <p:spPr>
                <a:xfrm>
                  <a:off x="4695825" y="3161156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6"/>
                <p:cNvSpPr/>
                <p:nvPr/>
              </p:nvSpPr>
              <p:spPr>
                <a:xfrm>
                  <a:off x="4933950" y="3161156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" name="Google Shape;814;p26"/>
                <p:cNvSpPr/>
                <p:nvPr/>
              </p:nvSpPr>
              <p:spPr>
                <a:xfrm>
                  <a:off x="4755356" y="3190874"/>
                  <a:ext cx="178593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3" h="29718" extrusionOk="0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" name="Google Shape;815;p26"/>
                <p:cNvSpPr/>
                <p:nvPr/>
              </p:nvSpPr>
              <p:spPr>
                <a:xfrm>
                  <a:off x="4993481" y="3131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6"/>
                <p:cNvSpPr/>
                <p:nvPr/>
              </p:nvSpPr>
              <p:spPr>
                <a:xfrm>
                  <a:off x="4636293" y="295274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6"/>
                <p:cNvSpPr/>
                <p:nvPr/>
              </p:nvSpPr>
              <p:spPr>
                <a:xfrm>
                  <a:off x="4636293" y="3071812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6"/>
                <p:cNvSpPr/>
                <p:nvPr/>
              </p:nvSpPr>
              <p:spPr>
                <a:xfrm>
                  <a:off x="4606480" y="2982467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6"/>
                <p:cNvSpPr/>
                <p:nvPr/>
              </p:nvSpPr>
              <p:spPr>
                <a:xfrm>
                  <a:off x="5023294" y="295274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6"/>
                <p:cNvSpPr/>
                <p:nvPr/>
              </p:nvSpPr>
              <p:spPr>
                <a:xfrm>
                  <a:off x="5023294" y="3071812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6"/>
                <p:cNvSpPr/>
                <p:nvPr/>
              </p:nvSpPr>
              <p:spPr>
                <a:xfrm>
                  <a:off x="4636293" y="2952749"/>
                  <a:ext cx="416718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718" h="238125" extrusionOk="0">
                      <a:moveTo>
                        <a:pt x="416719" y="29718"/>
                      </a:moveTo>
                      <a:lnTo>
                        <a:pt x="416719" y="119063"/>
                      </a:lnTo>
                      <a:lnTo>
                        <a:pt x="387001" y="119063"/>
                      </a:lnTo>
                      <a:lnTo>
                        <a:pt x="387001" y="178594"/>
                      </a:lnTo>
                      <a:lnTo>
                        <a:pt x="357188" y="178594"/>
                      </a:lnTo>
                      <a:lnTo>
                        <a:pt x="357188" y="208407"/>
                      </a:lnTo>
                      <a:lnTo>
                        <a:pt x="297656" y="208407"/>
                      </a:lnTo>
                      <a:lnTo>
                        <a:pt x="297656" y="238125"/>
                      </a:lnTo>
                      <a:lnTo>
                        <a:pt x="119063" y="238125"/>
                      </a:lnTo>
                      <a:lnTo>
                        <a:pt x="119063" y="208407"/>
                      </a:lnTo>
                      <a:lnTo>
                        <a:pt x="59531" y="208407"/>
                      </a:lnTo>
                      <a:lnTo>
                        <a:pt x="59531" y="178594"/>
                      </a:lnTo>
                      <a:lnTo>
                        <a:pt x="29813" y="178594"/>
                      </a:lnTo>
                      <a:lnTo>
                        <a:pt x="29813" y="119063"/>
                      </a:lnTo>
                      <a:lnTo>
                        <a:pt x="0" y="119063"/>
                      </a:lnTo>
                      <a:lnTo>
                        <a:pt x="0" y="29718"/>
                      </a:lnTo>
                      <a:lnTo>
                        <a:pt x="29813" y="29718"/>
                      </a:lnTo>
                      <a:lnTo>
                        <a:pt x="29813" y="0"/>
                      </a:ln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89249" y="29718"/>
                      </a:lnTo>
                      <a:lnTo>
                        <a:pt x="89249" y="59531"/>
                      </a:lnTo>
                      <a:lnTo>
                        <a:pt x="148876" y="59531"/>
                      </a:lnTo>
                      <a:lnTo>
                        <a:pt x="148876" y="89345"/>
                      </a:lnTo>
                      <a:lnTo>
                        <a:pt x="267938" y="89345"/>
                      </a:lnTo>
                      <a:lnTo>
                        <a:pt x="267938" y="59531"/>
                      </a:lnTo>
                      <a:lnTo>
                        <a:pt x="327374" y="59531"/>
                      </a:lnTo>
                      <a:lnTo>
                        <a:pt x="327374" y="29718"/>
                      </a:lnTo>
                      <a:lnTo>
                        <a:pt x="357188" y="29718"/>
                      </a:lnTo>
                      <a:lnTo>
                        <a:pt x="357188" y="0"/>
                      </a:lnTo>
                      <a:lnTo>
                        <a:pt x="387001" y="0"/>
                      </a:lnTo>
                      <a:lnTo>
                        <a:pt x="387001" y="29718"/>
                      </a:lnTo>
                      <a:lnTo>
                        <a:pt x="416719" y="297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6"/>
                <p:cNvSpPr/>
                <p:nvPr/>
              </p:nvSpPr>
              <p:spPr>
                <a:xfrm>
                  <a:off x="5053012" y="2982467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6"/>
                <p:cNvSpPr/>
                <p:nvPr/>
              </p:nvSpPr>
              <p:spPr>
                <a:xfrm>
                  <a:off x="4755356" y="283368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26"/>
                <p:cNvSpPr/>
                <p:nvPr/>
              </p:nvSpPr>
              <p:spPr>
                <a:xfrm>
                  <a:off x="4785169" y="2803969"/>
                  <a:ext cx="119062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29718" extrusionOk="0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26"/>
                <p:cNvSpPr/>
                <p:nvPr/>
              </p:nvSpPr>
              <p:spPr>
                <a:xfrm>
                  <a:off x="4695825" y="286340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6"/>
                <p:cNvSpPr/>
                <p:nvPr/>
              </p:nvSpPr>
              <p:spPr>
                <a:xfrm>
                  <a:off x="4725543" y="2833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6"/>
                <p:cNvSpPr/>
                <p:nvPr/>
              </p:nvSpPr>
              <p:spPr>
                <a:xfrm>
                  <a:off x="4695825" y="292303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6"/>
                <p:cNvSpPr/>
                <p:nvPr/>
              </p:nvSpPr>
              <p:spPr>
                <a:xfrm>
                  <a:off x="4904232" y="2833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6"/>
                <p:cNvSpPr/>
                <p:nvPr/>
              </p:nvSpPr>
              <p:spPr>
                <a:xfrm>
                  <a:off x="4933950" y="286340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6"/>
                <p:cNvSpPr/>
                <p:nvPr/>
              </p:nvSpPr>
              <p:spPr>
                <a:xfrm>
                  <a:off x="4725543" y="2952749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6"/>
                <p:cNvSpPr/>
                <p:nvPr/>
              </p:nvSpPr>
              <p:spPr>
                <a:xfrm>
                  <a:off x="5023294" y="2982467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6"/>
                <p:cNvSpPr/>
                <p:nvPr/>
              </p:nvSpPr>
              <p:spPr>
                <a:xfrm>
                  <a:off x="4993481" y="31015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6"/>
                <p:cNvSpPr/>
                <p:nvPr/>
              </p:nvSpPr>
              <p:spPr>
                <a:xfrm>
                  <a:off x="4963668" y="3131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6"/>
                <p:cNvSpPr/>
                <p:nvPr/>
              </p:nvSpPr>
              <p:spPr>
                <a:xfrm>
                  <a:off x="4904232" y="3131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6"/>
                <p:cNvSpPr/>
                <p:nvPr/>
              </p:nvSpPr>
              <p:spPr>
                <a:xfrm>
                  <a:off x="4844605" y="3131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6"/>
                <p:cNvSpPr/>
                <p:nvPr/>
              </p:nvSpPr>
              <p:spPr>
                <a:xfrm>
                  <a:off x="4933950" y="31015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" name="Google Shape;837;p26"/>
                <p:cNvSpPr/>
                <p:nvPr/>
              </p:nvSpPr>
              <p:spPr>
                <a:xfrm>
                  <a:off x="4963668" y="307181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" name="Google Shape;838;p26"/>
                <p:cNvSpPr/>
                <p:nvPr/>
              </p:nvSpPr>
              <p:spPr>
                <a:xfrm>
                  <a:off x="4933950" y="304209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9" name="Google Shape;839;p26"/>
                <p:cNvSpPr/>
                <p:nvPr/>
              </p:nvSpPr>
              <p:spPr>
                <a:xfrm>
                  <a:off x="4874418" y="307181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0" name="Google Shape;840;p26"/>
                <p:cNvSpPr/>
                <p:nvPr/>
              </p:nvSpPr>
              <p:spPr>
                <a:xfrm>
                  <a:off x="4993481" y="304209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1" name="Google Shape;841;p26"/>
                <p:cNvSpPr/>
                <p:nvPr/>
              </p:nvSpPr>
              <p:spPr>
                <a:xfrm>
                  <a:off x="4993481" y="298246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2" name="Google Shape;842;p26"/>
                <p:cNvSpPr/>
                <p:nvPr/>
              </p:nvSpPr>
              <p:spPr>
                <a:xfrm>
                  <a:off x="4814887" y="3161156"/>
                  <a:ext cx="119062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29718" extrusionOk="0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43" name="Google Shape;843;p26"/>
              <p:cNvGrpSpPr/>
              <p:nvPr/>
            </p:nvGrpSpPr>
            <p:grpSpPr>
              <a:xfrm>
                <a:off x="4011168" y="2119312"/>
                <a:ext cx="833437" cy="833437"/>
                <a:chOff x="4011168" y="2119312"/>
                <a:chExt cx="833437" cy="833437"/>
              </a:xfrm>
            </p:grpSpPr>
            <p:sp>
              <p:nvSpPr>
                <p:cNvPr id="844" name="Google Shape;844;p26"/>
                <p:cNvSpPr/>
                <p:nvPr/>
              </p:nvSpPr>
              <p:spPr>
                <a:xfrm>
                  <a:off x="4695825" y="2803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5" name="Google Shape;845;p26"/>
                <p:cNvSpPr/>
                <p:nvPr/>
              </p:nvSpPr>
              <p:spPr>
                <a:xfrm>
                  <a:off x="4725543" y="2833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6" name="Google Shape;846;p26"/>
                <p:cNvSpPr/>
                <p:nvPr/>
              </p:nvSpPr>
              <p:spPr>
                <a:xfrm>
                  <a:off x="4755356" y="2863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7" name="Google Shape;847;p26"/>
                <p:cNvSpPr/>
                <p:nvPr/>
              </p:nvSpPr>
              <p:spPr>
                <a:xfrm>
                  <a:off x="4785169" y="28932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8" name="Google Shape;848;p26"/>
                <p:cNvSpPr/>
                <p:nvPr/>
              </p:nvSpPr>
              <p:spPr>
                <a:xfrm>
                  <a:off x="4814887" y="292303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9" name="Google Shape;849;p26"/>
                <p:cNvSpPr/>
                <p:nvPr/>
              </p:nvSpPr>
              <p:spPr>
                <a:xfrm>
                  <a:off x="4666107" y="2774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0" name="Google Shape;850;p26"/>
                <p:cNvSpPr/>
                <p:nvPr/>
              </p:nvSpPr>
              <p:spPr>
                <a:xfrm>
                  <a:off x="4011168" y="21490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1" name="Google Shape;851;p26"/>
                <p:cNvSpPr/>
                <p:nvPr/>
              </p:nvSpPr>
              <p:spPr>
                <a:xfrm>
                  <a:off x="4636293" y="2774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2" name="Google Shape;852;p26"/>
                <p:cNvSpPr/>
                <p:nvPr/>
              </p:nvSpPr>
              <p:spPr>
                <a:xfrm>
                  <a:off x="4606480" y="274434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6"/>
                <p:cNvSpPr/>
                <p:nvPr/>
              </p:nvSpPr>
              <p:spPr>
                <a:xfrm>
                  <a:off x="4606480" y="271462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4" name="Google Shape;854;p26"/>
                <p:cNvSpPr/>
                <p:nvPr/>
              </p:nvSpPr>
              <p:spPr>
                <a:xfrm>
                  <a:off x="4666107" y="265509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" name="Google Shape;855;p26"/>
                <p:cNvSpPr/>
                <p:nvPr/>
              </p:nvSpPr>
              <p:spPr>
                <a:xfrm>
                  <a:off x="4517231" y="277415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6"/>
                <p:cNvSpPr/>
                <p:nvPr/>
              </p:nvSpPr>
              <p:spPr>
                <a:xfrm>
                  <a:off x="4457700" y="2803969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7" name="Google Shape;857;p26"/>
                <p:cNvSpPr/>
                <p:nvPr/>
              </p:nvSpPr>
              <p:spPr>
                <a:xfrm>
                  <a:off x="4398168" y="277415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8" name="Google Shape;858;p26"/>
                <p:cNvSpPr/>
                <p:nvPr/>
              </p:nvSpPr>
              <p:spPr>
                <a:xfrm>
                  <a:off x="4368355" y="2744342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6"/>
                <p:cNvSpPr/>
                <p:nvPr/>
              </p:nvSpPr>
              <p:spPr>
                <a:xfrm>
                  <a:off x="4398168" y="2714624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6"/>
                <p:cNvSpPr/>
                <p:nvPr/>
              </p:nvSpPr>
              <p:spPr>
                <a:xfrm>
                  <a:off x="4338637" y="2684906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6"/>
                <p:cNvSpPr/>
                <p:nvPr/>
              </p:nvSpPr>
              <p:spPr>
                <a:xfrm>
                  <a:off x="4279106" y="2655093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6"/>
                <p:cNvSpPr/>
                <p:nvPr/>
              </p:nvSpPr>
              <p:spPr>
                <a:xfrm>
                  <a:off x="4427982" y="2684906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3" name="Google Shape;863;p26"/>
                <p:cNvSpPr/>
                <p:nvPr/>
              </p:nvSpPr>
              <p:spPr>
                <a:xfrm>
                  <a:off x="4457700" y="2655093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4" name="Google Shape;864;p26"/>
                <p:cNvSpPr/>
                <p:nvPr/>
              </p:nvSpPr>
              <p:spPr>
                <a:xfrm>
                  <a:off x="4249293" y="26252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5" name="Google Shape;865;p26"/>
                <p:cNvSpPr/>
                <p:nvPr/>
              </p:nvSpPr>
              <p:spPr>
                <a:xfrm>
                  <a:off x="4219575" y="2565844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6" name="Google Shape;866;p26"/>
                <p:cNvSpPr/>
                <p:nvPr/>
              </p:nvSpPr>
              <p:spPr>
                <a:xfrm>
                  <a:off x="4189857" y="2506217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7" name="Google Shape;867;p26"/>
                <p:cNvSpPr/>
                <p:nvPr/>
              </p:nvSpPr>
              <p:spPr>
                <a:xfrm>
                  <a:off x="4160043" y="2446781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8" name="Google Shape;868;p26"/>
                <p:cNvSpPr/>
                <p:nvPr/>
              </p:nvSpPr>
              <p:spPr>
                <a:xfrm>
                  <a:off x="4130230" y="2387155"/>
                  <a:ext cx="29717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9" name="Google Shape;869;p26"/>
                <p:cNvSpPr/>
                <p:nvPr/>
              </p:nvSpPr>
              <p:spPr>
                <a:xfrm>
                  <a:off x="4100512" y="2327719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0" name="Google Shape;870;p26"/>
                <p:cNvSpPr/>
                <p:nvPr/>
              </p:nvSpPr>
              <p:spPr>
                <a:xfrm>
                  <a:off x="4070794" y="2268092"/>
                  <a:ext cx="29717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871;p26"/>
                <p:cNvSpPr/>
                <p:nvPr/>
              </p:nvSpPr>
              <p:spPr>
                <a:xfrm>
                  <a:off x="4040981" y="2208656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2" name="Google Shape;872;p26"/>
                <p:cNvSpPr/>
                <p:nvPr/>
              </p:nvSpPr>
              <p:spPr>
                <a:xfrm>
                  <a:off x="4011168" y="2149030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3" name="Google Shape;873;p26"/>
                <p:cNvSpPr/>
                <p:nvPr/>
              </p:nvSpPr>
              <p:spPr>
                <a:xfrm>
                  <a:off x="4695825" y="2595562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26"/>
                <p:cNvSpPr/>
                <p:nvPr/>
              </p:nvSpPr>
              <p:spPr>
                <a:xfrm>
                  <a:off x="4666107" y="2536030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5" name="Google Shape;875;p26"/>
                <p:cNvSpPr/>
                <p:nvPr/>
              </p:nvSpPr>
              <p:spPr>
                <a:xfrm>
                  <a:off x="4636293" y="250621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6" name="Google Shape;876;p26"/>
                <p:cNvSpPr/>
                <p:nvPr/>
              </p:nvSpPr>
              <p:spPr>
                <a:xfrm>
                  <a:off x="4576762" y="2387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7" name="Google Shape;877;p26"/>
                <p:cNvSpPr/>
                <p:nvPr/>
              </p:nvSpPr>
              <p:spPr>
                <a:xfrm>
                  <a:off x="4517231" y="235743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" name="Google Shape;878;p26"/>
                <p:cNvSpPr/>
                <p:nvPr/>
              </p:nvSpPr>
              <p:spPr>
                <a:xfrm>
                  <a:off x="4457700" y="2327719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" name="Google Shape;879;p26"/>
                <p:cNvSpPr/>
                <p:nvPr/>
              </p:nvSpPr>
              <p:spPr>
                <a:xfrm>
                  <a:off x="4398168" y="229790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0" name="Google Shape;880;p26"/>
                <p:cNvSpPr/>
                <p:nvPr/>
              </p:nvSpPr>
              <p:spPr>
                <a:xfrm>
                  <a:off x="4338637" y="2268092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1" name="Google Shape;881;p26"/>
                <p:cNvSpPr/>
                <p:nvPr/>
              </p:nvSpPr>
              <p:spPr>
                <a:xfrm>
                  <a:off x="4279106" y="2238374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2" name="Google Shape;882;p26"/>
                <p:cNvSpPr/>
                <p:nvPr/>
              </p:nvSpPr>
              <p:spPr>
                <a:xfrm>
                  <a:off x="4219575" y="2208656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3" name="Google Shape;883;p26"/>
                <p:cNvSpPr/>
                <p:nvPr/>
              </p:nvSpPr>
              <p:spPr>
                <a:xfrm>
                  <a:off x="4160043" y="2178843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4" name="Google Shape;884;p26"/>
                <p:cNvSpPr/>
                <p:nvPr/>
              </p:nvSpPr>
              <p:spPr>
                <a:xfrm>
                  <a:off x="4100512" y="2149030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5" name="Google Shape;885;p26"/>
                <p:cNvSpPr/>
                <p:nvPr/>
              </p:nvSpPr>
              <p:spPr>
                <a:xfrm>
                  <a:off x="4040981" y="2119312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6" name="Google Shape;886;p26"/>
                <p:cNvSpPr/>
                <p:nvPr/>
              </p:nvSpPr>
              <p:spPr>
                <a:xfrm>
                  <a:off x="4606480" y="25360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7" name="Google Shape;887;p26"/>
                <p:cNvSpPr/>
                <p:nvPr/>
              </p:nvSpPr>
              <p:spPr>
                <a:xfrm>
                  <a:off x="4576762" y="2476499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8" name="Google Shape;888;p26"/>
                <p:cNvSpPr/>
                <p:nvPr/>
              </p:nvSpPr>
              <p:spPr>
                <a:xfrm>
                  <a:off x="4606480" y="2416968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9" name="Google Shape;889;p26"/>
                <p:cNvSpPr/>
                <p:nvPr/>
              </p:nvSpPr>
              <p:spPr>
                <a:xfrm>
                  <a:off x="4576762" y="256584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" name="Google Shape;890;p26"/>
                <p:cNvSpPr/>
                <p:nvPr/>
              </p:nvSpPr>
              <p:spPr>
                <a:xfrm>
                  <a:off x="4547044" y="2595562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6"/>
                <p:cNvSpPr/>
                <p:nvPr/>
              </p:nvSpPr>
              <p:spPr>
                <a:xfrm>
                  <a:off x="4666107" y="274434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2" name="Google Shape;892;p26"/>
                <p:cNvSpPr/>
                <p:nvPr/>
              </p:nvSpPr>
              <p:spPr>
                <a:xfrm>
                  <a:off x="4636293" y="271462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3" name="Google Shape;893;p26"/>
                <p:cNvSpPr/>
                <p:nvPr/>
              </p:nvSpPr>
              <p:spPr>
                <a:xfrm>
                  <a:off x="4576762" y="274434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4" name="Google Shape;894;p26"/>
                <p:cNvSpPr/>
                <p:nvPr/>
              </p:nvSpPr>
              <p:spPr>
                <a:xfrm>
                  <a:off x="4636293" y="268490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5" name="Google Shape;895;p26"/>
                <p:cNvSpPr/>
                <p:nvPr/>
              </p:nvSpPr>
              <p:spPr>
                <a:xfrm>
                  <a:off x="4040981" y="21490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6" name="Google Shape;896;p26"/>
                <p:cNvSpPr/>
                <p:nvPr/>
              </p:nvSpPr>
              <p:spPr>
                <a:xfrm>
                  <a:off x="4011168" y="211931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7" name="Google Shape;897;p26"/>
                <p:cNvSpPr/>
                <p:nvPr/>
              </p:nvSpPr>
              <p:spPr>
                <a:xfrm>
                  <a:off x="4040981" y="21788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8" name="Google Shape;898;p26"/>
                <p:cNvSpPr/>
                <p:nvPr/>
              </p:nvSpPr>
              <p:spPr>
                <a:xfrm>
                  <a:off x="4070794" y="2149030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899;p26"/>
                <p:cNvSpPr/>
                <p:nvPr/>
              </p:nvSpPr>
              <p:spPr>
                <a:xfrm>
                  <a:off x="4070794" y="2178843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0" name="Google Shape;900;p26"/>
                <p:cNvSpPr/>
                <p:nvPr/>
              </p:nvSpPr>
              <p:spPr>
                <a:xfrm>
                  <a:off x="4100512" y="220865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" name="Google Shape;901;p26"/>
                <p:cNvSpPr/>
                <p:nvPr/>
              </p:nvSpPr>
              <p:spPr>
                <a:xfrm>
                  <a:off x="4130230" y="2238374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902;p26"/>
                <p:cNvSpPr/>
                <p:nvPr/>
              </p:nvSpPr>
              <p:spPr>
                <a:xfrm>
                  <a:off x="4160043" y="22680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3" name="Google Shape;903;p26"/>
                <p:cNvSpPr/>
                <p:nvPr/>
              </p:nvSpPr>
              <p:spPr>
                <a:xfrm>
                  <a:off x="4189857" y="22979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" name="Google Shape;904;p26"/>
                <p:cNvSpPr/>
                <p:nvPr/>
              </p:nvSpPr>
              <p:spPr>
                <a:xfrm>
                  <a:off x="4219575" y="23277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6"/>
                <p:cNvSpPr/>
                <p:nvPr/>
              </p:nvSpPr>
              <p:spPr>
                <a:xfrm>
                  <a:off x="4249293" y="23574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" name="Google Shape;906;p26"/>
                <p:cNvSpPr/>
                <p:nvPr/>
              </p:nvSpPr>
              <p:spPr>
                <a:xfrm>
                  <a:off x="4279106" y="2387155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7" name="Google Shape;907;p26"/>
                <p:cNvSpPr/>
                <p:nvPr/>
              </p:nvSpPr>
              <p:spPr>
                <a:xfrm>
                  <a:off x="4308919" y="2416968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" name="Google Shape;908;p26"/>
                <p:cNvSpPr/>
                <p:nvPr/>
              </p:nvSpPr>
              <p:spPr>
                <a:xfrm>
                  <a:off x="4338637" y="2446781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9" name="Google Shape;909;p26"/>
                <p:cNvSpPr/>
                <p:nvPr/>
              </p:nvSpPr>
              <p:spPr>
                <a:xfrm>
                  <a:off x="4100512" y="2178843"/>
                  <a:ext cx="178593" cy="148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3" h="148875" extrusionOk="0">
                      <a:moveTo>
                        <a:pt x="178594" y="59531"/>
                      </a:moveTo>
                      <a:lnTo>
                        <a:pt x="178594" y="89249"/>
                      </a:lnTo>
                      <a:lnTo>
                        <a:pt x="148781" y="89249"/>
                      </a:lnTo>
                      <a:lnTo>
                        <a:pt x="148781" y="148876"/>
                      </a:lnTo>
                      <a:lnTo>
                        <a:pt x="119063" y="148876"/>
                      </a:lnTo>
                      <a:lnTo>
                        <a:pt x="119063" y="119063"/>
                      </a:lnTo>
                      <a:lnTo>
                        <a:pt x="89344" y="119063"/>
                      </a:lnTo>
                      <a:lnTo>
                        <a:pt x="89344" y="89249"/>
                      </a:lnTo>
                      <a:lnTo>
                        <a:pt x="59531" y="89249"/>
                      </a:lnTo>
                      <a:lnTo>
                        <a:pt x="59531" y="59531"/>
                      </a:lnTo>
                      <a:lnTo>
                        <a:pt x="29718" y="59531"/>
                      </a:lnTo>
                      <a:lnTo>
                        <a:pt x="29718" y="29813"/>
                      </a:lnTo>
                      <a:lnTo>
                        <a:pt x="0" y="29813"/>
                      </a:lnTo>
                      <a:lnTo>
                        <a:pt x="0" y="0"/>
                      </a:lnTo>
                      <a:lnTo>
                        <a:pt x="59531" y="0"/>
                      </a:lnTo>
                      <a:lnTo>
                        <a:pt x="59531" y="29813"/>
                      </a:lnTo>
                      <a:lnTo>
                        <a:pt x="119063" y="29813"/>
                      </a:lnTo>
                      <a:lnTo>
                        <a:pt x="119063" y="59531"/>
                      </a:lnTo>
                      <a:lnTo>
                        <a:pt x="178594" y="5953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0" name="Google Shape;910;p26"/>
                <p:cNvSpPr/>
                <p:nvPr/>
              </p:nvSpPr>
              <p:spPr>
                <a:xfrm>
                  <a:off x="4249293" y="2268092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1" name="Google Shape;911;p26"/>
                <p:cNvSpPr/>
                <p:nvPr/>
              </p:nvSpPr>
              <p:spPr>
                <a:xfrm>
                  <a:off x="4368355" y="2387155"/>
                  <a:ext cx="29717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2" name="Google Shape;912;p26"/>
                <p:cNvSpPr/>
                <p:nvPr/>
              </p:nvSpPr>
              <p:spPr>
                <a:xfrm>
                  <a:off x="4279106" y="2476499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3" name="Google Shape;913;p26"/>
                <p:cNvSpPr/>
                <p:nvPr/>
              </p:nvSpPr>
              <p:spPr>
                <a:xfrm>
                  <a:off x="4338637" y="2536030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4" name="Google Shape;914;p26"/>
                <p:cNvSpPr/>
                <p:nvPr/>
              </p:nvSpPr>
              <p:spPr>
                <a:xfrm>
                  <a:off x="4368355" y="2506217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" name="Google Shape;915;p26"/>
                <p:cNvSpPr/>
                <p:nvPr/>
              </p:nvSpPr>
              <p:spPr>
                <a:xfrm>
                  <a:off x="4308919" y="2565844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6" name="Google Shape;916;p26"/>
                <p:cNvSpPr/>
                <p:nvPr/>
              </p:nvSpPr>
              <p:spPr>
                <a:xfrm>
                  <a:off x="4279106" y="2595562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7" name="Google Shape;917;p26"/>
                <p:cNvSpPr/>
                <p:nvPr/>
              </p:nvSpPr>
              <p:spPr>
                <a:xfrm>
                  <a:off x="4070794" y="2208656"/>
                  <a:ext cx="267842" cy="2975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842" h="297561" extrusionOk="0">
                      <a:moveTo>
                        <a:pt x="267843" y="238125"/>
                      </a:moveTo>
                      <a:lnTo>
                        <a:pt x="267843" y="267843"/>
                      </a:lnTo>
                      <a:lnTo>
                        <a:pt x="208312" y="267843"/>
                      </a:lnTo>
                      <a:lnTo>
                        <a:pt x="208312" y="297561"/>
                      </a:lnTo>
                      <a:lnTo>
                        <a:pt x="119062" y="297561"/>
                      </a:lnTo>
                      <a:lnTo>
                        <a:pt x="119062" y="238125"/>
                      </a:lnTo>
                      <a:lnTo>
                        <a:pt x="89249" y="238125"/>
                      </a:lnTo>
                      <a:lnTo>
                        <a:pt x="89249" y="178499"/>
                      </a:lnTo>
                      <a:lnTo>
                        <a:pt x="59436" y="178499"/>
                      </a:lnTo>
                      <a:lnTo>
                        <a:pt x="59436" y="119063"/>
                      </a:lnTo>
                      <a:lnTo>
                        <a:pt x="29718" y="119063"/>
                      </a:lnTo>
                      <a:lnTo>
                        <a:pt x="29718" y="59436"/>
                      </a:lnTo>
                      <a:lnTo>
                        <a:pt x="0" y="59436"/>
                      </a:lnTo>
                      <a:lnTo>
                        <a:pt x="0" y="0"/>
                      </a:ln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59436" y="29718"/>
                      </a:lnTo>
                      <a:lnTo>
                        <a:pt x="59436" y="59436"/>
                      </a:lnTo>
                      <a:lnTo>
                        <a:pt x="89249" y="59436"/>
                      </a:lnTo>
                      <a:lnTo>
                        <a:pt x="89249" y="89249"/>
                      </a:lnTo>
                      <a:lnTo>
                        <a:pt x="119062" y="89249"/>
                      </a:lnTo>
                      <a:lnTo>
                        <a:pt x="119062" y="119063"/>
                      </a:lnTo>
                      <a:lnTo>
                        <a:pt x="148781" y="119063"/>
                      </a:lnTo>
                      <a:lnTo>
                        <a:pt x="148781" y="148781"/>
                      </a:lnTo>
                      <a:lnTo>
                        <a:pt x="178499" y="148781"/>
                      </a:lnTo>
                      <a:lnTo>
                        <a:pt x="178499" y="178499"/>
                      </a:lnTo>
                      <a:lnTo>
                        <a:pt x="208312" y="178499"/>
                      </a:lnTo>
                      <a:lnTo>
                        <a:pt x="208312" y="208312"/>
                      </a:lnTo>
                      <a:lnTo>
                        <a:pt x="238125" y="208312"/>
                      </a:lnTo>
                      <a:lnTo>
                        <a:pt x="238125" y="238125"/>
                      </a:lnTo>
                      <a:lnTo>
                        <a:pt x="267843" y="23812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8" name="Google Shape;918;p26"/>
                <p:cNvSpPr/>
                <p:nvPr/>
              </p:nvSpPr>
              <p:spPr>
                <a:xfrm>
                  <a:off x="4219575" y="250621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9" name="Google Shape;919;p26"/>
                <p:cNvSpPr/>
                <p:nvPr/>
              </p:nvSpPr>
              <p:spPr>
                <a:xfrm>
                  <a:off x="4249293" y="2268092"/>
                  <a:ext cx="148875" cy="178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875" h="178688" extrusionOk="0">
                      <a:moveTo>
                        <a:pt x="148876" y="29813"/>
                      </a:moveTo>
                      <a:lnTo>
                        <a:pt x="148876" y="119063"/>
                      </a:lnTo>
                      <a:lnTo>
                        <a:pt x="119062" y="119063"/>
                      </a:lnTo>
                      <a:lnTo>
                        <a:pt x="119062" y="178689"/>
                      </a:lnTo>
                      <a:lnTo>
                        <a:pt x="89344" y="178689"/>
                      </a:lnTo>
                      <a:lnTo>
                        <a:pt x="89344" y="148876"/>
                      </a:lnTo>
                      <a:lnTo>
                        <a:pt x="59627" y="148876"/>
                      </a:lnTo>
                      <a:lnTo>
                        <a:pt x="59627" y="119063"/>
                      </a:lnTo>
                      <a:lnTo>
                        <a:pt x="29813" y="119063"/>
                      </a:lnTo>
                      <a:lnTo>
                        <a:pt x="29813" y="89344"/>
                      </a:lnTo>
                      <a:lnTo>
                        <a:pt x="0" y="89344"/>
                      </a:lnTo>
                      <a:lnTo>
                        <a:pt x="0" y="59626"/>
                      </a:lnTo>
                      <a:lnTo>
                        <a:pt x="29813" y="59626"/>
                      </a:lnTo>
                      <a:lnTo>
                        <a:pt x="29813" y="0"/>
                      </a:lnTo>
                      <a:lnTo>
                        <a:pt x="89344" y="0"/>
                      </a:lnTo>
                      <a:lnTo>
                        <a:pt x="89344" y="29813"/>
                      </a:lnTo>
                      <a:lnTo>
                        <a:pt x="148876" y="2981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0" name="Google Shape;920;p26"/>
                <p:cNvSpPr/>
                <p:nvPr/>
              </p:nvSpPr>
              <p:spPr>
                <a:xfrm>
                  <a:off x="4398168" y="2327719"/>
                  <a:ext cx="29717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1" name="Google Shape;921;p26"/>
                <p:cNvSpPr/>
                <p:nvPr/>
              </p:nvSpPr>
              <p:spPr>
                <a:xfrm>
                  <a:off x="4219575" y="2476499"/>
                  <a:ext cx="148780" cy="148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780" h="148780" extrusionOk="0">
                      <a:moveTo>
                        <a:pt x="148780" y="0"/>
                      </a:moveTo>
                      <a:lnTo>
                        <a:pt x="148780" y="59531"/>
                      </a:lnTo>
                      <a:lnTo>
                        <a:pt x="119063" y="59531"/>
                      </a:lnTo>
                      <a:lnTo>
                        <a:pt x="119063" y="89344"/>
                      </a:lnTo>
                      <a:lnTo>
                        <a:pt x="89345" y="89344"/>
                      </a:lnTo>
                      <a:lnTo>
                        <a:pt x="89345" y="119063"/>
                      </a:lnTo>
                      <a:lnTo>
                        <a:pt x="59531" y="119063"/>
                      </a:lnTo>
                      <a:lnTo>
                        <a:pt x="59531" y="148780"/>
                      </a:lnTo>
                      <a:lnTo>
                        <a:pt x="29718" y="148780"/>
                      </a:lnTo>
                      <a:lnTo>
                        <a:pt x="29718" y="89344"/>
                      </a:lnTo>
                      <a:lnTo>
                        <a:pt x="0" y="89344"/>
                      </a:lnTo>
                      <a:lnTo>
                        <a:pt x="0" y="59531"/>
                      </a:lnTo>
                      <a:lnTo>
                        <a:pt x="59531" y="59531"/>
                      </a:lnTo>
                      <a:lnTo>
                        <a:pt x="59531" y="29718"/>
                      </a:lnTo>
                      <a:lnTo>
                        <a:pt x="119063" y="29718"/>
                      </a:lnTo>
                      <a:lnTo>
                        <a:pt x="119063" y="0"/>
                      </a:lnTo>
                      <a:lnTo>
                        <a:pt x="1487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2" name="Google Shape;922;p26"/>
                <p:cNvSpPr/>
                <p:nvPr/>
              </p:nvSpPr>
              <p:spPr>
                <a:xfrm>
                  <a:off x="4368355" y="2476499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6"/>
                <p:cNvSpPr/>
                <p:nvPr/>
              </p:nvSpPr>
              <p:spPr>
                <a:xfrm>
                  <a:off x="4398168" y="2506217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6"/>
                <p:cNvSpPr/>
                <p:nvPr/>
              </p:nvSpPr>
              <p:spPr>
                <a:xfrm>
                  <a:off x="4427982" y="2536030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6"/>
                <p:cNvSpPr/>
                <p:nvPr/>
              </p:nvSpPr>
              <p:spPr>
                <a:xfrm>
                  <a:off x="4457700" y="2565844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6" name="Google Shape;926;p26"/>
                <p:cNvSpPr/>
                <p:nvPr/>
              </p:nvSpPr>
              <p:spPr>
                <a:xfrm>
                  <a:off x="4487418" y="2595562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26"/>
                <p:cNvSpPr/>
                <p:nvPr/>
              </p:nvSpPr>
              <p:spPr>
                <a:xfrm>
                  <a:off x="4279106" y="2536030"/>
                  <a:ext cx="238125" cy="178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78593" extrusionOk="0">
                      <a:moveTo>
                        <a:pt x="238125" y="89249"/>
                      </a:moveTo>
                      <a:lnTo>
                        <a:pt x="238125" y="119063"/>
                      </a:lnTo>
                      <a:lnTo>
                        <a:pt x="178594" y="119063"/>
                      </a:lnTo>
                      <a:lnTo>
                        <a:pt x="178594" y="148876"/>
                      </a:lnTo>
                      <a:lnTo>
                        <a:pt x="148876" y="148876"/>
                      </a:lnTo>
                      <a:lnTo>
                        <a:pt x="148876" y="178594"/>
                      </a:lnTo>
                      <a:lnTo>
                        <a:pt x="119063" y="178594"/>
                      </a:lnTo>
                      <a:lnTo>
                        <a:pt x="119063" y="148876"/>
                      </a:lnTo>
                      <a:lnTo>
                        <a:pt x="59531" y="148876"/>
                      </a:lnTo>
                      <a:lnTo>
                        <a:pt x="59531" y="119063"/>
                      </a:lnTo>
                      <a:lnTo>
                        <a:pt x="0" y="119063"/>
                      </a:lnTo>
                      <a:lnTo>
                        <a:pt x="0" y="89249"/>
                      </a:lnTo>
                      <a:lnTo>
                        <a:pt x="29813" y="89249"/>
                      </a:lnTo>
                      <a:lnTo>
                        <a:pt x="29813" y="59531"/>
                      </a:lnTo>
                      <a:lnTo>
                        <a:pt x="59531" y="59531"/>
                      </a:lnTo>
                      <a:lnTo>
                        <a:pt x="59531" y="29813"/>
                      </a:lnTo>
                      <a:lnTo>
                        <a:pt x="89249" y="29813"/>
                      </a:lnTo>
                      <a:lnTo>
                        <a:pt x="89249" y="0"/>
                      </a:lnTo>
                      <a:lnTo>
                        <a:pt x="148876" y="0"/>
                      </a:lnTo>
                      <a:lnTo>
                        <a:pt x="148876" y="29813"/>
                      </a:lnTo>
                      <a:lnTo>
                        <a:pt x="178594" y="29813"/>
                      </a:lnTo>
                      <a:lnTo>
                        <a:pt x="178594" y="59531"/>
                      </a:lnTo>
                      <a:lnTo>
                        <a:pt x="208312" y="59531"/>
                      </a:lnTo>
                      <a:lnTo>
                        <a:pt x="208312" y="89249"/>
                      </a:lnTo>
                      <a:lnTo>
                        <a:pt x="238125" y="892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p26"/>
                <p:cNvSpPr/>
                <p:nvPr/>
              </p:nvSpPr>
              <p:spPr>
                <a:xfrm>
                  <a:off x="4368355" y="2327718"/>
                  <a:ext cx="238125" cy="297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297560" extrusionOk="0">
                      <a:moveTo>
                        <a:pt x="208407" y="148781"/>
                      </a:moveTo>
                      <a:lnTo>
                        <a:pt x="208407" y="208312"/>
                      </a:lnTo>
                      <a:lnTo>
                        <a:pt x="238125" y="208312"/>
                      </a:lnTo>
                      <a:lnTo>
                        <a:pt x="238125" y="238125"/>
                      </a:lnTo>
                      <a:lnTo>
                        <a:pt x="208407" y="238125"/>
                      </a:lnTo>
                      <a:lnTo>
                        <a:pt x="208407" y="267843"/>
                      </a:lnTo>
                      <a:lnTo>
                        <a:pt x="178689" y="267843"/>
                      </a:lnTo>
                      <a:lnTo>
                        <a:pt x="178689" y="297561"/>
                      </a:lnTo>
                      <a:lnTo>
                        <a:pt x="148876" y="297561"/>
                      </a:lnTo>
                      <a:lnTo>
                        <a:pt x="148876" y="267843"/>
                      </a:lnTo>
                      <a:lnTo>
                        <a:pt x="119063" y="267843"/>
                      </a:lnTo>
                      <a:lnTo>
                        <a:pt x="119063" y="238125"/>
                      </a:lnTo>
                      <a:lnTo>
                        <a:pt x="89345" y="238125"/>
                      </a:lnTo>
                      <a:lnTo>
                        <a:pt x="89345" y="208312"/>
                      </a:lnTo>
                      <a:lnTo>
                        <a:pt x="59627" y="208312"/>
                      </a:lnTo>
                      <a:lnTo>
                        <a:pt x="59627" y="178499"/>
                      </a:lnTo>
                      <a:lnTo>
                        <a:pt x="29813" y="178499"/>
                      </a:lnTo>
                      <a:lnTo>
                        <a:pt x="29813" y="148781"/>
                      </a:lnTo>
                      <a:lnTo>
                        <a:pt x="0" y="148781"/>
                      </a:lnTo>
                      <a:lnTo>
                        <a:pt x="0" y="119063"/>
                      </a:lnTo>
                      <a:lnTo>
                        <a:pt x="29813" y="119063"/>
                      </a:lnTo>
                      <a:lnTo>
                        <a:pt x="29813" y="59436"/>
                      </a:lnTo>
                      <a:lnTo>
                        <a:pt x="59627" y="59436"/>
                      </a:lnTo>
                      <a:lnTo>
                        <a:pt x="59627" y="0"/>
                      </a:ln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148876" y="29718"/>
                      </a:lnTo>
                      <a:lnTo>
                        <a:pt x="148876" y="59436"/>
                      </a:lnTo>
                      <a:lnTo>
                        <a:pt x="208407" y="59436"/>
                      </a:lnTo>
                      <a:lnTo>
                        <a:pt x="208407" y="89249"/>
                      </a:lnTo>
                      <a:lnTo>
                        <a:pt x="238125" y="89249"/>
                      </a:lnTo>
                      <a:lnTo>
                        <a:pt x="238125" y="148781"/>
                      </a:lnTo>
                      <a:lnTo>
                        <a:pt x="208407" y="1487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9" name="Google Shape;929;p26"/>
                <p:cNvSpPr/>
                <p:nvPr/>
              </p:nvSpPr>
              <p:spPr>
                <a:xfrm>
                  <a:off x="4517231" y="2625280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p26"/>
                <p:cNvSpPr/>
                <p:nvPr/>
              </p:nvSpPr>
              <p:spPr>
                <a:xfrm>
                  <a:off x="4547044" y="2655093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6"/>
                <p:cNvSpPr/>
                <p:nvPr/>
              </p:nvSpPr>
              <p:spPr>
                <a:xfrm>
                  <a:off x="4398168" y="2655093"/>
                  <a:ext cx="208311" cy="148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311" h="148875" extrusionOk="0">
                      <a:moveTo>
                        <a:pt x="208312" y="59531"/>
                      </a:moveTo>
                      <a:lnTo>
                        <a:pt x="208312" y="89249"/>
                      </a:lnTo>
                      <a:lnTo>
                        <a:pt x="178594" y="89249"/>
                      </a:lnTo>
                      <a:lnTo>
                        <a:pt x="178594" y="119063"/>
                      </a:lnTo>
                      <a:lnTo>
                        <a:pt x="119063" y="119063"/>
                      </a:lnTo>
                      <a:lnTo>
                        <a:pt x="119063" y="148876"/>
                      </a:lnTo>
                      <a:lnTo>
                        <a:pt x="59531" y="148876"/>
                      </a:lnTo>
                      <a:lnTo>
                        <a:pt x="59531" y="119063"/>
                      </a:lnTo>
                      <a:lnTo>
                        <a:pt x="0" y="119063"/>
                      </a:lnTo>
                      <a:lnTo>
                        <a:pt x="0" y="89249"/>
                      </a:lnTo>
                      <a:lnTo>
                        <a:pt x="29813" y="89249"/>
                      </a:lnTo>
                      <a:lnTo>
                        <a:pt x="29813" y="59531"/>
                      </a:lnTo>
                      <a:lnTo>
                        <a:pt x="59531" y="59531"/>
                      </a:lnTo>
                      <a:lnTo>
                        <a:pt x="59531" y="29813"/>
                      </a:lnTo>
                      <a:lnTo>
                        <a:pt x="119063" y="29813"/>
                      </a:lnTo>
                      <a:lnTo>
                        <a:pt x="119063" y="0"/>
                      </a:lnTo>
                      <a:lnTo>
                        <a:pt x="148876" y="0"/>
                      </a:lnTo>
                      <a:lnTo>
                        <a:pt x="148876" y="29813"/>
                      </a:lnTo>
                      <a:lnTo>
                        <a:pt x="178594" y="29813"/>
                      </a:lnTo>
                      <a:lnTo>
                        <a:pt x="178594" y="59531"/>
                      </a:lnTo>
                      <a:lnTo>
                        <a:pt x="208312" y="5953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6"/>
                <p:cNvSpPr/>
                <p:nvPr/>
              </p:nvSpPr>
              <p:spPr>
                <a:xfrm>
                  <a:off x="4547044" y="2536030"/>
                  <a:ext cx="148780" cy="178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780" h="178593" extrusionOk="0">
                      <a:moveTo>
                        <a:pt x="148780" y="59531"/>
                      </a:moveTo>
                      <a:lnTo>
                        <a:pt x="148780" y="119063"/>
                      </a:lnTo>
                      <a:lnTo>
                        <a:pt x="119062" y="119063"/>
                      </a:lnTo>
                      <a:lnTo>
                        <a:pt x="119062" y="148876"/>
                      </a:lnTo>
                      <a:lnTo>
                        <a:pt x="89249" y="148876"/>
                      </a:lnTo>
                      <a:lnTo>
                        <a:pt x="89249" y="178594"/>
                      </a:lnTo>
                      <a:lnTo>
                        <a:pt x="59436" y="178594"/>
                      </a:lnTo>
                      <a:lnTo>
                        <a:pt x="59436" y="148876"/>
                      </a:lnTo>
                      <a:lnTo>
                        <a:pt x="29718" y="148876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lnTo>
                        <a:pt x="0" y="89249"/>
                      </a:lnTo>
                      <a:lnTo>
                        <a:pt x="29718" y="89249"/>
                      </a:lnTo>
                      <a:lnTo>
                        <a:pt x="29718" y="59531"/>
                      </a:lnTo>
                      <a:lnTo>
                        <a:pt x="59436" y="59531"/>
                      </a:lnTo>
                      <a:lnTo>
                        <a:pt x="59436" y="29813"/>
                      </a:lnTo>
                      <a:lnTo>
                        <a:pt x="89249" y="29813"/>
                      </a:lnTo>
                      <a:lnTo>
                        <a:pt x="89249" y="0"/>
                      </a:lnTo>
                      <a:lnTo>
                        <a:pt x="119062" y="0"/>
                      </a:lnTo>
                      <a:lnTo>
                        <a:pt x="119062" y="59531"/>
                      </a:lnTo>
                      <a:lnTo>
                        <a:pt x="148780" y="5953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6"/>
                <p:cNvSpPr/>
                <p:nvPr/>
              </p:nvSpPr>
              <p:spPr>
                <a:xfrm>
                  <a:off x="4576762" y="268490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4" name="Google Shape;934;p26"/>
                <p:cNvSpPr/>
                <p:nvPr/>
              </p:nvSpPr>
              <p:spPr>
                <a:xfrm>
                  <a:off x="4636293" y="274434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5" name="Google Shape;935;p26"/>
                <p:cNvSpPr/>
                <p:nvPr/>
              </p:nvSpPr>
              <p:spPr>
                <a:xfrm>
                  <a:off x="4606480" y="268490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6" name="Google Shape;936;p26"/>
                <p:cNvSpPr/>
                <p:nvPr/>
              </p:nvSpPr>
              <p:spPr>
                <a:xfrm>
                  <a:off x="4576762" y="271462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7" name="Google Shape;937;p26"/>
                <p:cNvSpPr/>
                <p:nvPr/>
              </p:nvSpPr>
              <p:spPr>
                <a:xfrm>
                  <a:off x="4636293" y="265509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8" name="Google Shape;938;p26"/>
                <p:cNvSpPr/>
                <p:nvPr/>
              </p:nvSpPr>
              <p:spPr>
                <a:xfrm>
                  <a:off x="4606480" y="256584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9" name="Google Shape;939;p26"/>
                <p:cNvSpPr/>
                <p:nvPr/>
              </p:nvSpPr>
              <p:spPr>
                <a:xfrm>
                  <a:off x="4576762" y="259556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6"/>
                <p:cNvSpPr/>
                <p:nvPr/>
              </p:nvSpPr>
              <p:spPr>
                <a:xfrm>
                  <a:off x="4636293" y="25360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6"/>
                <p:cNvSpPr/>
                <p:nvPr/>
              </p:nvSpPr>
              <p:spPr>
                <a:xfrm>
                  <a:off x="4517231" y="2744342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6"/>
                <p:cNvSpPr/>
                <p:nvPr/>
              </p:nvSpPr>
              <p:spPr>
                <a:xfrm>
                  <a:off x="4666107" y="2595562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3" name="Google Shape;943;p26"/>
                <p:cNvSpPr/>
                <p:nvPr/>
              </p:nvSpPr>
              <p:spPr>
                <a:xfrm>
                  <a:off x="4517231" y="2655093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4" name="Google Shape;944;p26"/>
                <p:cNvSpPr/>
                <p:nvPr/>
              </p:nvSpPr>
              <p:spPr>
                <a:xfrm>
                  <a:off x="4457700" y="2684906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26"/>
                <p:cNvSpPr/>
                <p:nvPr/>
              </p:nvSpPr>
              <p:spPr>
                <a:xfrm>
                  <a:off x="4368355" y="2536030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6"/>
                <p:cNvSpPr/>
                <p:nvPr/>
              </p:nvSpPr>
              <p:spPr>
                <a:xfrm>
                  <a:off x="4487418" y="2357437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7" name="Google Shape;947;p26"/>
                <p:cNvSpPr/>
                <p:nvPr/>
              </p:nvSpPr>
              <p:spPr>
                <a:xfrm>
                  <a:off x="4457700" y="2506217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8" name="Google Shape;948;p26"/>
                <p:cNvSpPr/>
                <p:nvPr/>
              </p:nvSpPr>
              <p:spPr>
                <a:xfrm>
                  <a:off x="4487418" y="2476499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9" name="Google Shape;949;p26"/>
                <p:cNvSpPr/>
                <p:nvPr/>
              </p:nvSpPr>
              <p:spPr>
                <a:xfrm>
                  <a:off x="4517231" y="2446781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0" name="Google Shape;950;p26"/>
                <p:cNvSpPr/>
                <p:nvPr/>
              </p:nvSpPr>
              <p:spPr>
                <a:xfrm>
                  <a:off x="4547044" y="2416968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1" name="Google Shape;951;p26"/>
                <p:cNvSpPr/>
                <p:nvPr/>
              </p:nvSpPr>
              <p:spPr>
                <a:xfrm>
                  <a:off x="4368355" y="2297905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2" name="Google Shape;952;p26"/>
                <p:cNvSpPr/>
                <p:nvPr/>
              </p:nvSpPr>
              <p:spPr>
                <a:xfrm>
                  <a:off x="4249293" y="23277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3" name="Google Shape;953;p26"/>
                <p:cNvSpPr/>
                <p:nvPr/>
              </p:nvSpPr>
              <p:spPr>
                <a:xfrm>
                  <a:off x="4547044" y="2387155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26"/>
                <p:cNvSpPr/>
                <p:nvPr/>
              </p:nvSpPr>
              <p:spPr>
                <a:xfrm>
                  <a:off x="4576762" y="244678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26"/>
                <p:cNvSpPr/>
                <p:nvPr/>
              </p:nvSpPr>
              <p:spPr>
                <a:xfrm>
                  <a:off x="4368355" y="2446781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26"/>
                <p:cNvSpPr/>
                <p:nvPr/>
              </p:nvSpPr>
              <p:spPr>
                <a:xfrm>
                  <a:off x="4189857" y="23277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" name="Google Shape;957;p26"/>
                <p:cNvSpPr/>
                <p:nvPr/>
              </p:nvSpPr>
              <p:spPr>
                <a:xfrm>
                  <a:off x="4249293" y="2387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8" name="Google Shape;958;p26"/>
                <p:cNvSpPr/>
                <p:nvPr/>
              </p:nvSpPr>
              <p:spPr>
                <a:xfrm>
                  <a:off x="4427982" y="2565844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6"/>
                <p:cNvSpPr/>
                <p:nvPr/>
              </p:nvSpPr>
              <p:spPr>
                <a:xfrm>
                  <a:off x="4487418" y="2625280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0" name="Google Shape;960;p26"/>
                <p:cNvSpPr/>
                <p:nvPr/>
              </p:nvSpPr>
              <p:spPr>
                <a:xfrm>
                  <a:off x="4308919" y="2446781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1" name="Google Shape;961;p26"/>
                <p:cNvSpPr/>
                <p:nvPr/>
              </p:nvSpPr>
              <p:spPr>
                <a:xfrm>
                  <a:off x="4130230" y="2268092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2" name="Google Shape;962;p26"/>
                <p:cNvSpPr/>
                <p:nvPr/>
              </p:nvSpPr>
              <p:spPr>
                <a:xfrm>
                  <a:off x="4070794" y="2208656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" name="Google Shape;963;p26"/>
                <p:cNvSpPr/>
                <p:nvPr/>
              </p:nvSpPr>
              <p:spPr>
                <a:xfrm>
                  <a:off x="4398168" y="2387155"/>
                  <a:ext cx="29717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" name="Google Shape;964;p26"/>
                <p:cNvSpPr/>
                <p:nvPr/>
              </p:nvSpPr>
              <p:spPr>
                <a:xfrm>
                  <a:off x="4427982" y="2327719"/>
                  <a:ext cx="29717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" name="Google Shape;965;p26"/>
                <p:cNvSpPr/>
                <p:nvPr/>
              </p:nvSpPr>
              <p:spPr>
                <a:xfrm>
                  <a:off x="4279106" y="2268092"/>
                  <a:ext cx="29717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26"/>
                <p:cNvSpPr/>
                <p:nvPr/>
              </p:nvSpPr>
              <p:spPr>
                <a:xfrm>
                  <a:off x="4338637" y="2565844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7" name="Google Shape;967;p26"/>
                <p:cNvSpPr/>
                <p:nvPr/>
              </p:nvSpPr>
              <p:spPr>
                <a:xfrm>
                  <a:off x="4308919" y="2595562"/>
                  <a:ext cx="29717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7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968" name="Google Shape;968;p26"/>
          <p:cNvGrpSpPr/>
          <p:nvPr/>
        </p:nvGrpSpPr>
        <p:grpSpPr>
          <a:xfrm>
            <a:off x="7508379" y="3347439"/>
            <a:ext cx="1174471" cy="1374022"/>
            <a:chOff x="6600825" y="3577779"/>
            <a:chExt cx="1577530" cy="1845564"/>
          </a:xfrm>
        </p:grpSpPr>
        <p:grpSp>
          <p:nvGrpSpPr>
            <p:cNvPr id="969" name="Google Shape;969;p26"/>
            <p:cNvGrpSpPr/>
            <p:nvPr/>
          </p:nvGrpSpPr>
          <p:grpSpPr>
            <a:xfrm>
              <a:off x="6600825" y="3577779"/>
              <a:ext cx="1577530" cy="1845564"/>
              <a:chOff x="6600825" y="3577779"/>
              <a:chExt cx="1577530" cy="1845564"/>
            </a:xfrm>
          </p:grpSpPr>
          <p:sp>
            <p:nvSpPr>
              <p:cNvPr id="970" name="Google Shape;970;p26"/>
              <p:cNvSpPr/>
              <p:nvPr/>
            </p:nvSpPr>
            <p:spPr>
              <a:xfrm>
                <a:off x="7136606" y="3845718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w="59525" cap="flat" cmpd="sng">
                <a:solidFill>
                  <a:schemeClr val="lt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26"/>
              <p:cNvSpPr/>
              <p:nvPr/>
            </p:nvSpPr>
            <p:spPr>
              <a:xfrm>
                <a:off x="7136606" y="3905249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w="59525" cap="flat" cmpd="sng">
                <a:solidFill>
                  <a:schemeClr val="lt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26"/>
              <p:cNvSpPr/>
              <p:nvPr/>
            </p:nvSpPr>
            <p:spPr>
              <a:xfrm>
                <a:off x="7106793" y="3875531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w="59525" cap="flat" cmpd="sng">
                <a:solidFill>
                  <a:schemeClr val="lt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26"/>
              <p:cNvSpPr/>
              <p:nvPr/>
            </p:nvSpPr>
            <p:spPr>
              <a:xfrm>
                <a:off x="7166419" y="3875531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w="59525" cap="flat" cmpd="sng">
                <a:solidFill>
                  <a:schemeClr val="lt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26"/>
              <p:cNvSpPr/>
              <p:nvPr/>
            </p:nvSpPr>
            <p:spPr>
              <a:xfrm>
                <a:off x="7404544" y="3577780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w="59525" cap="flat" cmpd="sng">
                <a:solidFill>
                  <a:schemeClr val="lt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26"/>
              <p:cNvSpPr/>
              <p:nvPr/>
            </p:nvSpPr>
            <p:spPr>
              <a:xfrm>
                <a:off x="7404544" y="3637406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w="59525" cap="flat" cmpd="sng">
                <a:solidFill>
                  <a:schemeClr val="lt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26"/>
              <p:cNvSpPr/>
              <p:nvPr/>
            </p:nvSpPr>
            <p:spPr>
              <a:xfrm>
                <a:off x="7374731" y="3607593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w="59525" cap="flat" cmpd="sng">
                <a:solidFill>
                  <a:schemeClr val="lt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26"/>
              <p:cNvSpPr/>
              <p:nvPr/>
            </p:nvSpPr>
            <p:spPr>
              <a:xfrm>
                <a:off x="7434262" y="3607593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w="59525" cap="flat" cmpd="sng">
                <a:solidFill>
                  <a:schemeClr val="lt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26"/>
              <p:cNvSpPr/>
              <p:nvPr/>
            </p:nvSpPr>
            <p:spPr>
              <a:xfrm>
                <a:off x="6600825" y="3577779"/>
                <a:ext cx="1577530" cy="1845564"/>
              </a:xfrm>
              <a:custGeom>
                <a:avLst/>
                <a:gdLst/>
                <a:ahLst/>
                <a:cxnLst/>
                <a:rect l="l" t="t" r="r" b="b"/>
                <a:pathLst>
                  <a:path w="1577530" h="1845564" extrusionOk="0">
                    <a:moveTo>
                      <a:pt x="1547813" y="922782"/>
                    </a:moveTo>
                    <a:lnTo>
                      <a:pt x="1518095" y="922782"/>
                    </a:lnTo>
                    <a:lnTo>
                      <a:pt x="1518095" y="952500"/>
                    </a:lnTo>
                    <a:lnTo>
                      <a:pt x="1488281" y="952500"/>
                    </a:lnTo>
                    <a:lnTo>
                      <a:pt x="1488281" y="982313"/>
                    </a:lnTo>
                    <a:lnTo>
                      <a:pt x="1458468" y="982313"/>
                    </a:lnTo>
                    <a:lnTo>
                      <a:pt x="1458468" y="1012127"/>
                    </a:lnTo>
                    <a:lnTo>
                      <a:pt x="1428750" y="1012127"/>
                    </a:lnTo>
                    <a:lnTo>
                      <a:pt x="1428750" y="1041845"/>
                    </a:lnTo>
                    <a:lnTo>
                      <a:pt x="1399032" y="1041845"/>
                    </a:lnTo>
                    <a:lnTo>
                      <a:pt x="1399032" y="1071563"/>
                    </a:lnTo>
                    <a:lnTo>
                      <a:pt x="1369219" y="1071563"/>
                    </a:lnTo>
                    <a:lnTo>
                      <a:pt x="1369219" y="1101376"/>
                    </a:lnTo>
                    <a:lnTo>
                      <a:pt x="1339406" y="1101376"/>
                    </a:lnTo>
                    <a:lnTo>
                      <a:pt x="1339406" y="1131189"/>
                    </a:lnTo>
                    <a:lnTo>
                      <a:pt x="1309688" y="1131189"/>
                    </a:lnTo>
                    <a:lnTo>
                      <a:pt x="1309688" y="1160907"/>
                    </a:lnTo>
                    <a:lnTo>
                      <a:pt x="1279970" y="1160907"/>
                    </a:lnTo>
                    <a:lnTo>
                      <a:pt x="1279970" y="1190625"/>
                    </a:lnTo>
                    <a:lnTo>
                      <a:pt x="1250156" y="1190625"/>
                    </a:lnTo>
                    <a:lnTo>
                      <a:pt x="1250156" y="1101376"/>
                    </a:lnTo>
                    <a:lnTo>
                      <a:pt x="1220343" y="1101376"/>
                    </a:lnTo>
                    <a:lnTo>
                      <a:pt x="1220343" y="982313"/>
                    </a:lnTo>
                    <a:lnTo>
                      <a:pt x="1190625" y="982313"/>
                    </a:lnTo>
                    <a:lnTo>
                      <a:pt x="1190625" y="922782"/>
                    </a:lnTo>
                    <a:lnTo>
                      <a:pt x="1160907" y="922782"/>
                    </a:lnTo>
                    <a:lnTo>
                      <a:pt x="1160907" y="893064"/>
                    </a:lnTo>
                    <a:lnTo>
                      <a:pt x="1131094" y="893064"/>
                    </a:lnTo>
                    <a:lnTo>
                      <a:pt x="1131094" y="863251"/>
                    </a:lnTo>
                    <a:lnTo>
                      <a:pt x="1101281" y="863251"/>
                    </a:lnTo>
                    <a:lnTo>
                      <a:pt x="1101281" y="833438"/>
                    </a:lnTo>
                    <a:lnTo>
                      <a:pt x="1041845" y="833438"/>
                    </a:lnTo>
                    <a:lnTo>
                      <a:pt x="1041845" y="803720"/>
                    </a:lnTo>
                    <a:lnTo>
                      <a:pt x="982218" y="803720"/>
                    </a:lnTo>
                    <a:lnTo>
                      <a:pt x="982218" y="774002"/>
                    </a:lnTo>
                    <a:lnTo>
                      <a:pt x="922782" y="774002"/>
                    </a:lnTo>
                    <a:lnTo>
                      <a:pt x="922782" y="744188"/>
                    </a:lnTo>
                    <a:lnTo>
                      <a:pt x="892969" y="744188"/>
                    </a:lnTo>
                    <a:lnTo>
                      <a:pt x="892969" y="714375"/>
                    </a:lnTo>
                    <a:lnTo>
                      <a:pt x="833438" y="714375"/>
                    </a:lnTo>
                    <a:lnTo>
                      <a:pt x="833438" y="684657"/>
                    </a:lnTo>
                    <a:lnTo>
                      <a:pt x="803720" y="684657"/>
                    </a:lnTo>
                    <a:lnTo>
                      <a:pt x="803720" y="595313"/>
                    </a:lnTo>
                    <a:lnTo>
                      <a:pt x="833438" y="595313"/>
                    </a:lnTo>
                    <a:lnTo>
                      <a:pt x="833438" y="476250"/>
                    </a:lnTo>
                    <a:lnTo>
                      <a:pt x="863155" y="476250"/>
                    </a:lnTo>
                    <a:lnTo>
                      <a:pt x="863155" y="416814"/>
                    </a:lnTo>
                    <a:lnTo>
                      <a:pt x="833438" y="416814"/>
                    </a:lnTo>
                    <a:lnTo>
                      <a:pt x="833438" y="387001"/>
                    </a:lnTo>
                    <a:lnTo>
                      <a:pt x="803720" y="387001"/>
                    </a:lnTo>
                    <a:lnTo>
                      <a:pt x="803720" y="357188"/>
                    </a:lnTo>
                    <a:lnTo>
                      <a:pt x="744093" y="357188"/>
                    </a:lnTo>
                    <a:lnTo>
                      <a:pt x="744093" y="387001"/>
                    </a:lnTo>
                    <a:lnTo>
                      <a:pt x="714375" y="387001"/>
                    </a:lnTo>
                    <a:lnTo>
                      <a:pt x="714375" y="297752"/>
                    </a:lnTo>
                    <a:lnTo>
                      <a:pt x="744093" y="297752"/>
                    </a:lnTo>
                    <a:lnTo>
                      <a:pt x="744093" y="267938"/>
                    </a:lnTo>
                    <a:lnTo>
                      <a:pt x="773906" y="267938"/>
                    </a:lnTo>
                    <a:lnTo>
                      <a:pt x="773906" y="238125"/>
                    </a:lnTo>
                    <a:lnTo>
                      <a:pt x="803720" y="238125"/>
                    </a:lnTo>
                    <a:lnTo>
                      <a:pt x="803720" y="178689"/>
                    </a:lnTo>
                    <a:lnTo>
                      <a:pt x="773906" y="178689"/>
                    </a:lnTo>
                    <a:lnTo>
                      <a:pt x="773906" y="119063"/>
                    </a:lnTo>
                    <a:lnTo>
                      <a:pt x="744093" y="119063"/>
                    </a:lnTo>
                    <a:lnTo>
                      <a:pt x="744093" y="59627"/>
                    </a:lnTo>
                    <a:lnTo>
                      <a:pt x="714375" y="59627"/>
                    </a:lnTo>
                    <a:lnTo>
                      <a:pt x="714375" y="0"/>
                    </a:lnTo>
                    <a:lnTo>
                      <a:pt x="684657" y="0"/>
                    </a:lnTo>
                    <a:lnTo>
                      <a:pt x="684657" y="59627"/>
                    </a:lnTo>
                    <a:lnTo>
                      <a:pt x="654844" y="59627"/>
                    </a:lnTo>
                    <a:lnTo>
                      <a:pt x="654844" y="119063"/>
                    </a:lnTo>
                    <a:lnTo>
                      <a:pt x="625030" y="119063"/>
                    </a:lnTo>
                    <a:lnTo>
                      <a:pt x="625030" y="178689"/>
                    </a:lnTo>
                    <a:lnTo>
                      <a:pt x="595313" y="178689"/>
                    </a:lnTo>
                    <a:lnTo>
                      <a:pt x="595313" y="238125"/>
                    </a:lnTo>
                    <a:lnTo>
                      <a:pt x="625030" y="238125"/>
                    </a:lnTo>
                    <a:lnTo>
                      <a:pt x="625030" y="267938"/>
                    </a:lnTo>
                    <a:lnTo>
                      <a:pt x="654844" y="267938"/>
                    </a:lnTo>
                    <a:lnTo>
                      <a:pt x="654844" y="297752"/>
                    </a:lnTo>
                    <a:lnTo>
                      <a:pt x="684657" y="297752"/>
                    </a:lnTo>
                    <a:lnTo>
                      <a:pt x="684657" y="387001"/>
                    </a:lnTo>
                    <a:lnTo>
                      <a:pt x="654844" y="387001"/>
                    </a:lnTo>
                    <a:lnTo>
                      <a:pt x="654844" y="416814"/>
                    </a:lnTo>
                    <a:lnTo>
                      <a:pt x="625030" y="416814"/>
                    </a:lnTo>
                    <a:lnTo>
                      <a:pt x="625030" y="446532"/>
                    </a:lnTo>
                    <a:lnTo>
                      <a:pt x="595313" y="446532"/>
                    </a:lnTo>
                    <a:lnTo>
                      <a:pt x="595313" y="476250"/>
                    </a:lnTo>
                    <a:lnTo>
                      <a:pt x="625030" y="476250"/>
                    </a:lnTo>
                    <a:lnTo>
                      <a:pt x="625030" y="595313"/>
                    </a:lnTo>
                    <a:lnTo>
                      <a:pt x="595313" y="595313"/>
                    </a:lnTo>
                    <a:lnTo>
                      <a:pt x="595313" y="684657"/>
                    </a:lnTo>
                    <a:lnTo>
                      <a:pt x="535781" y="684657"/>
                    </a:lnTo>
                    <a:lnTo>
                      <a:pt x="535781" y="714375"/>
                    </a:lnTo>
                    <a:lnTo>
                      <a:pt x="476250" y="714375"/>
                    </a:lnTo>
                    <a:lnTo>
                      <a:pt x="476250" y="744188"/>
                    </a:lnTo>
                    <a:lnTo>
                      <a:pt x="446532" y="744188"/>
                    </a:lnTo>
                    <a:lnTo>
                      <a:pt x="446532" y="774002"/>
                    </a:lnTo>
                    <a:lnTo>
                      <a:pt x="416719" y="774002"/>
                    </a:lnTo>
                    <a:lnTo>
                      <a:pt x="416719" y="803720"/>
                    </a:lnTo>
                    <a:lnTo>
                      <a:pt x="386905" y="803720"/>
                    </a:lnTo>
                    <a:lnTo>
                      <a:pt x="386905" y="506063"/>
                    </a:lnTo>
                    <a:lnTo>
                      <a:pt x="357188" y="506063"/>
                    </a:lnTo>
                    <a:lnTo>
                      <a:pt x="357188" y="476250"/>
                    </a:lnTo>
                    <a:lnTo>
                      <a:pt x="327470" y="476250"/>
                    </a:lnTo>
                    <a:lnTo>
                      <a:pt x="327470" y="446532"/>
                    </a:lnTo>
                    <a:lnTo>
                      <a:pt x="59531" y="446532"/>
                    </a:lnTo>
                    <a:lnTo>
                      <a:pt x="59531" y="476250"/>
                    </a:lnTo>
                    <a:lnTo>
                      <a:pt x="29718" y="476250"/>
                    </a:lnTo>
                    <a:lnTo>
                      <a:pt x="29718" y="506063"/>
                    </a:lnTo>
                    <a:lnTo>
                      <a:pt x="0" y="506063"/>
                    </a:lnTo>
                    <a:lnTo>
                      <a:pt x="0" y="982313"/>
                    </a:lnTo>
                    <a:lnTo>
                      <a:pt x="29718" y="982313"/>
                    </a:lnTo>
                    <a:lnTo>
                      <a:pt x="29718" y="1012127"/>
                    </a:lnTo>
                    <a:lnTo>
                      <a:pt x="59531" y="1012127"/>
                    </a:lnTo>
                    <a:lnTo>
                      <a:pt x="59531" y="1041845"/>
                    </a:lnTo>
                    <a:lnTo>
                      <a:pt x="178594" y="1041845"/>
                    </a:lnTo>
                    <a:lnTo>
                      <a:pt x="178594" y="1071563"/>
                    </a:lnTo>
                    <a:lnTo>
                      <a:pt x="148780" y="1071563"/>
                    </a:lnTo>
                    <a:lnTo>
                      <a:pt x="148780" y="1279970"/>
                    </a:lnTo>
                    <a:lnTo>
                      <a:pt x="119063" y="1279970"/>
                    </a:lnTo>
                    <a:lnTo>
                      <a:pt x="119063" y="1339501"/>
                    </a:lnTo>
                    <a:lnTo>
                      <a:pt x="89345" y="1339501"/>
                    </a:lnTo>
                    <a:lnTo>
                      <a:pt x="89345" y="1399032"/>
                    </a:lnTo>
                    <a:lnTo>
                      <a:pt x="119063" y="1399032"/>
                    </a:lnTo>
                    <a:lnTo>
                      <a:pt x="119063" y="1428750"/>
                    </a:lnTo>
                    <a:lnTo>
                      <a:pt x="178594" y="1428750"/>
                    </a:lnTo>
                    <a:lnTo>
                      <a:pt x="178594" y="1458563"/>
                    </a:lnTo>
                    <a:lnTo>
                      <a:pt x="208407" y="1458563"/>
                    </a:lnTo>
                    <a:lnTo>
                      <a:pt x="208407" y="1488377"/>
                    </a:lnTo>
                    <a:lnTo>
                      <a:pt x="238125" y="1488377"/>
                    </a:lnTo>
                    <a:lnTo>
                      <a:pt x="238125" y="1518095"/>
                    </a:lnTo>
                    <a:lnTo>
                      <a:pt x="267843" y="1518095"/>
                    </a:lnTo>
                    <a:lnTo>
                      <a:pt x="267843" y="1547813"/>
                    </a:lnTo>
                    <a:lnTo>
                      <a:pt x="267843" y="1607439"/>
                    </a:lnTo>
                    <a:lnTo>
                      <a:pt x="238125" y="1607439"/>
                    </a:lnTo>
                    <a:lnTo>
                      <a:pt x="238125" y="1637157"/>
                    </a:lnTo>
                    <a:lnTo>
                      <a:pt x="208407" y="1637157"/>
                    </a:lnTo>
                    <a:lnTo>
                      <a:pt x="208407" y="1696688"/>
                    </a:lnTo>
                    <a:lnTo>
                      <a:pt x="178594" y="1696688"/>
                    </a:lnTo>
                    <a:lnTo>
                      <a:pt x="178594" y="1756220"/>
                    </a:lnTo>
                    <a:lnTo>
                      <a:pt x="208407" y="1756220"/>
                    </a:lnTo>
                    <a:lnTo>
                      <a:pt x="208407" y="1785938"/>
                    </a:lnTo>
                    <a:lnTo>
                      <a:pt x="238125" y="1785938"/>
                    </a:lnTo>
                    <a:lnTo>
                      <a:pt x="238125" y="1815751"/>
                    </a:lnTo>
                    <a:lnTo>
                      <a:pt x="654844" y="1815751"/>
                    </a:lnTo>
                    <a:lnTo>
                      <a:pt x="684657" y="1815751"/>
                    </a:lnTo>
                    <a:lnTo>
                      <a:pt x="684657" y="1845564"/>
                    </a:lnTo>
                    <a:lnTo>
                      <a:pt x="714375" y="1845564"/>
                    </a:lnTo>
                    <a:lnTo>
                      <a:pt x="714375" y="1815751"/>
                    </a:lnTo>
                    <a:lnTo>
                      <a:pt x="773906" y="1815751"/>
                    </a:lnTo>
                    <a:lnTo>
                      <a:pt x="773906" y="1785938"/>
                    </a:lnTo>
                    <a:lnTo>
                      <a:pt x="803720" y="1785938"/>
                    </a:lnTo>
                    <a:lnTo>
                      <a:pt x="803720" y="1756220"/>
                    </a:lnTo>
                    <a:lnTo>
                      <a:pt x="833438" y="1756220"/>
                    </a:lnTo>
                    <a:lnTo>
                      <a:pt x="833438" y="1726502"/>
                    </a:lnTo>
                    <a:lnTo>
                      <a:pt x="863155" y="1726502"/>
                    </a:lnTo>
                    <a:lnTo>
                      <a:pt x="863155" y="1756220"/>
                    </a:lnTo>
                    <a:lnTo>
                      <a:pt x="952500" y="1756220"/>
                    </a:lnTo>
                    <a:lnTo>
                      <a:pt x="952500" y="1726502"/>
                    </a:lnTo>
                    <a:lnTo>
                      <a:pt x="1041845" y="1726502"/>
                    </a:lnTo>
                    <a:lnTo>
                      <a:pt x="1041845" y="1696688"/>
                    </a:lnTo>
                    <a:lnTo>
                      <a:pt x="1101281" y="1696688"/>
                    </a:lnTo>
                    <a:lnTo>
                      <a:pt x="1101281" y="1666875"/>
                    </a:lnTo>
                    <a:lnTo>
                      <a:pt x="1131094" y="1666875"/>
                    </a:lnTo>
                    <a:lnTo>
                      <a:pt x="1131094" y="1637157"/>
                    </a:lnTo>
                    <a:lnTo>
                      <a:pt x="1160907" y="1637157"/>
                    </a:lnTo>
                    <a:lnTo>
                      <a:pt x="1160907" y="1577626"/>
                    </a:lnTo>
                    <a:lnTo>
                      <a:pt x="1190625" y="1577626"/>
                    </a:lnTo>
                    <a:lnTo>
                      <a:pt x="1190625" y="1488377"/>
                    </a:lnTo>
                    <a:lnTo>
                      <a:pt x="1220343" y="1488377"/>
                    </a:lnTo>
                    <a:lnTo>
                      <a:pt x="1220343" y="1339501"/>
                    </a:lnTo>
                    <a:lnTo>
                      <a:pt x="1220343" y="1309688"/>
                    </a:lnTo>
                    <a:lnTo>
                      <a:pt x="1250156" y="1309688"/>
                    </a:lnTo>
                    <a:lnTo>
                      <a:pt x="1250156" y="1279970"/>
                    </a:lnTo>
                    <a:lnTo>
                      <a:pt x="1279970" y="1279970"/>
                    </a:lnTo>
                    <a:lnTo>
                      <a:pt x="1279970" y="1250252"/>
                    </a:lnTo>
                    <a:lnTo>
                      <a:pt x="1309688" y="1250252"/>
                    </a:lnTo>
                    <a:lnTo>
                      <a:pt x="1309688" y="1220438"/>
                    </a:lnTo>
                    <a:lnTo>
                      <a:pt x="1339406" y="1220438"/>
                    </a:lnTo>
                    <a:lnTo>
                      <a:pt x="1339406" y="1190625"/>
                    </a:lnTo>
                    <a:lnTo>
                      <a:pt x="1369219" y="1190625"/>
                    </a:lnTo>
                    <a:lnTo>
                      <a:pt x="1369219" y="1160907"/>
                    </a:lnTo>
                    <a:lnTo>
                      <a:pt x="1399032" y="1160907"/>
                    </a:lnTo>
                    <a:lnTo>
                      <a:pt x="1399032" y="1131189"/>
                    </a:lnTo>
                    <a:lnTo>
                      <a:pt x="1428750" y="1131189"/>
                    </a:lnTo>
                    <a:lnTo>
                      <a:pt x="1428750" y="1101376"/>
                    </a:lnTo>
                    <a:lnTo>
                      <a:pt x="1458468" y="1101376"/>
                    </a:lnTo>
                    <a:lnTo>
                      <a:pt x="1458468" y="1071563"/>
                    </a:lnTo>
                    <a:lnTo>
                      <a:pt x="1488281" y="1071563"/>
                    </a:lnTo>
                    <a:lnTo>
                      <a:pt x="1488281" y="1041845"/>
                    </a:lnTo>
                    <a:lnTo>
                      <a:pt x="1518095" y="1041845"/>
                    </a:lnTo>
                    <a:lnTo>
                      <a:pt x="1518095" y="1012127"/>
                    </a:lnTo>
                    <a:lnTo>
                      <a:pt x="1547813" y="1012127"/>
                    </a:lnTo>
                    <a:lnTo>
                      <a:pt x="1547813" y="982313"/>
                    </a:lnTo>
                    <a:lnTo>
                      <a:pt x="1577531" y="982313"/>
                    </a:lnTo>
                    <a:lnTo>
                      <a:pt x="1577531" y="952500"/>
                    </a:lnTo>
                    <a:lnTo>
                      <a:pt x="1577531" y="922782"/>
                    </a:lnTo>
                    <a:lnTo>
                      <a:pt x="1547813" y="922782"/>
                    </a:lnTo>
                    <a:close/>
                  </a:path>
                </a:pathLst>
              </a:custGeom>
              <a:noFill/>
              <a:ln w="59525" cap="flat" cmpd="sng">
                <a:solidFill>
                  <a:schemeClr val="lt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9" name="Google Shape;979;p26"/>
            <p:cNvGrpSpPr/>
            <p:nvPr/>
          </p:nvGrpSpPr>
          <p:grpSpPr>
            <a:xfrm>
              <a:off x="6600825" y="3577780"/>
              <a:ext cx="1577530" cy="1845468"/>
              <a:chOff x="6600825" y="3577780"/>
              <a:chExt cx="1577530" cy="1845468"/>
            </a:xfrm>
          </p:grpSpPr>
          <p:grpSp>
            <p:nvGrpSpPr>
              <p:cNvPr id="980" name="Google Shape;980;p26"/>
              <p:cNvGrpSpPr/>
              <p:nvPr/>
            </p:nvGrpSpPr>
            <p:grpSpPr>
              <a:xfrm>
                <a:off x="6600825" y="4024312"/>
                <a:ext cx="386905" cy="595312"/>
                <a:chOff x="6600825" y="4024312"/>
                <a:chExt cx="386905" cy="595312"/>
              </a:xfrm>
            </p:grpSpPr>
            <p:sp>
              <p:nvSpPr>
                <p:cNvPr id="981" name="Google Shape;981;p26"/>
                <p:cNvSpPr/>
                <p:nvPr/>
              </p:nvSpPr>
              <p:spPr>
                <a:xfrm>
                  <a:off x="6600825" y="4083843"/>
                  <a:ext cx="29718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476250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476250"/>
                      </a:lnTo>
                      <a:lnTo>
                        <a:pt x="0" y="47625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2" name="Google Shape;982;p26"/>
                <p:cNvSpPr/>
                <p:nvPr/>
              </p:nvSpPr>
              <p:spPr>
                <a:xfrm>
                  <a:off x="6958012" y="4083843"/>
                  <a:ext cx="29718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476250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476250"/>
                      </a:lnTo>
                      <a:lnTo>
                        <a:pt x="0" y="47625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3" name="Google Shape;983;p26"/>
                <p:cNvSpPr/>
                <p:nvPr/>
              </p:nvSpPr>
              <p:spPr>
                <a:xfrm>
                  <a:off x="6630543" y="40540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26"/>
                <p:cNvSpPr/>
                <p:nvPr/>
              </p:nvSpPr>
              <p:spPr>
                <a:xfrm>
                  <a:off x="6928294" y="40540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26"/>
                <p:cNvSpPr/>
                <p:nvPr/>
              </p:nvSpPr>
              <p:spPr>
                <a:xfrm>
                  <a:off x="6660356" y="4024312"/>
                  <a:ext cx="267843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843" h="29718" extrusionOk="0">
                      <a:moveTo>
                        <a:pt x="0" y="0"/>
                      </a:moveTo>
                      <a:lnTo>
                        <a:pt x="267843" y="0"/>
                      </a:lnTo>
                      <a:lnTo>
                        <a:pt x="26784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26"/>
                <p:cNvSpPr/>
                <p:nvPr/>
              </p:nvSpPr>
              <p:spPr>
                <a:xfrm>
                  <a:off x="6630543" y="456009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7" name="Google Shape;987;p26"/>
                <p:cNvSpPr/>
                <p:nvPr/>
              </p:nvSpPr>
              <p:spPr>
                <a:xfrm>
                  <a:off x="6928294" y="456009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8" name="Google Shape;988;p26"/>
                <p:cNvSpPr/>
                <p:nvPr/>
              </p:nvSpPr>
              <p:spPr>
                <a:xfrm>
                  <a:off x="6660356" y="4589906"/>
                  <a:ext cx="267843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843" h="29718" extrusionOk="0">
                      <a:moveTo>
                        <a:pt x="0" y="0"/>
                      </a:moveTo>
                      <a:lnTo>
                        <a:pt x="267843" y="0"/>
                      </a:lnTo>
                      <a:lnTo>
                        <a:pt x="26784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9" name="Google Shape;989;p26"/>
                <p:cNvSpPr/>
                <p:nvPr/>
              </p:nvSpPr>
              <p:spPr>
                <a:xfrm>
                  <a:off x="6660356" y="4470844"/>
                  <a:ext cx="267843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843" h="29718" extrusionOk="0">
                      <a:moveTo>
                        <a:pt x="0" y="0"/>
                      </a:moveTo>
                      <a:lnTo>
                        <a:pt x="267843" y="0"/>
                      </a:lnTo>
                      <a:lnTo>
                        <a:pt x="26784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0" name="Google Shape;990;p26"/>
                <p:cNvSpPr/>
                <p:nvPr/>
              </p:nvSpPr>
              <p:spPr>
                <a:xfrm>
                  <a:off x="6690169" y="44410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1" name="Google Shape;991;p26"/>
                <p:cNvSpPr/>
                <p:nvPr/>
              </p:nvSpPr>
              <p:spPr>
                <a:xfrm>
                  <a:off x="6719887" y="441121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2" name="Google Shape;992;p26"/>
                <p:cNvSpPr/>
                <p:nvPr/>
              </p:nvSpPr>
              <p:spPr>
                <a:xfrm>
                  <a:off x="6868668" y="44410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26"/>
                <p:cNvSpPr/>
                <p:nvPr/>
              </p:nvSpPr>
              <p:spPr>
                <a:xfrm>
                  <a:off x="6809232" y="441121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26"/>
                <p:cNvSpPr/>
                <p:nvPr/>
              </p:nvSpPr>
              <p:spPr>
                <a:xfrm>
                  <a:off x="6838950" y="4202905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26"/>
                <p:cNvSpPr/>
                <p:nvPr/>
              </p:nvSpPr>
              <p:spPr>
                <a:xfrm>
                  <a:off x="6719887" y="4202905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6" name="Google Shape;996;p26"/>
                <p:cNvSpPr/>
                <p:nvPr/>
              </p:nvSpPr>
              <p:spPr>
                <a:xfrm>
                  <a:off x="6809232" y="41730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7" name="Google Shape;997;p26"/>
                <p:cNvSpPr/>
                <p:nvPr/>
              </p:nvSpPr>
              <p:spPr>
                <a:xfrm>
                  <a:off x="6868668" y="4292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8" name="Google Shape;998;p26"/>
                <p:cNvSpPr/>
                <p:nvPr/>
              </p:nvSpPr>
              <p:spPr>
                <a:xfrm>
                  <a:off x="6838950" y="41433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26"/>
                <p:cNvSpPr/>
                <p:nvPr/>
              </p:nvSpPr>
              <p:spPr>
                <a:xfrm>
                  <a:off x="6809232" y="4321968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0" name="Google Shape;1000;p26"/>
                <p:cNvSpPr/>
                <p:nvPr/>
              </p:nvSpPr>
              <p:spPr>
                <a:xfrm>
                  <a:off x="6690169" y="4292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1" name="Google Shape;1001;p26"/>
                <p:cNvSpPr/>
                <p:nvPr/>
              </p:nvSpPr>
              <p:spPr>
                <a:xfrm>
                  <a:off x="6719887" y="4321968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2" name="Google Shape;1002;p26"/>
                <p:cNvSpPr/>
                <p:nvPr/>
              </p:nvSpPr>
              <p:spPr>
                <a:xfrm>
                  <a:off x="6719887" y="41433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3" name="Google Shape;1003;p26"/>
                <p:cNvSpPr/>
                <p:nvPr/>
              </p:nvSpPr>
              <p:spPr>
                <a:xfrm>
                  <a:off x="6779418" y="41433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4" name="Google Shape;1004;p26"/>
                <p:cNvSpPr/>
                <p:nvPr/>
              </p:nvSpPr>
              <p:spPr>
                <a:xfrm>
                  <a:off x="6660356" y="40838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5" name="Google Shape;1005;p26"/>
                <p:cNvSpPr/>
                <p:nvPr/>
              </p:nvSpPr>
              <p:spPr>
                <a:xfrm>
                  <a:off x="6898481" y="40838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26"/>
                <p:cNvSpPr/>
                <p:nvPr/>
              </p:nvSpPr>
              <p:spPr>
                <a:xfrm>
                  <a:off x="6660356" y="45302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7" name="Google Shape;1007;p26"/>
                <p:cNvSpPr/>
                <p:nvPr/>
              </p:nvSpPr>
              <p:spPr>
                <a:xfrm>
                  <a:off x="6898481" y="45302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8" name="Google Shape;1008;p26"/>
                <p:cNvSpPr/>
                <p:nvPr/>
              </p:nvSpPr>
              <p:spPr>
                <a:xfrm>
                  <a:off x="6749605" y="41730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9" name="Google Shape;1009;p26"/>
                <p:cNvSpPr/>
                <p:nvPr/>
              </p:nvSpPr>
              <p:spPr>
                <a:xfrm>
                  <a:off x="6749605" y="4262437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0" name="Google Shape;1010;p26"/>
                <p:cNvSpPr/>
                <p:nvPr/>
              </p:nvSpPr>
              <p:spPr>
                <a:xfrm>
                  <a:off x="6630733" y="4054125"/>
                  <a:ext cx="327278" cy="535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278" h="535685" extrusionOk="0">
                      <a:moveTo>
                        <a:pt x="297561" y="29718"/>
                      </a:moveTo>
                      <a:lnTo>
                        <a:pt x="297561" y="59436"/>
                      </a:lnTo>
                      <a:lnTo>
                        <a:pt x="267843" y="59436"/>
                      </a:lnTo>
                      <a:lnTo>
                        <a:pt x="267843" y="29718"/>
                      </a:lnTo>
                      <a:lnTo>
                        <a:pt x="297561" y="29718"/>
                      </a:lnTo>
                      <a:lnTo>
                        <a:pt x="297561" y="0"/>
                      </a:ln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59436" y="29718"/>
                      </a:lnTo>
                      <a:lnTo>
                        <a:pt x="59436" y="59436"/>
                      </a:lnTo>
                      <a:lnTo>
                        <a:pt x="29718" y="59436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lnTo>
                        <a:pt x="0" y="505968"/>
                      </a:lnTo>
                      <a:lnTo>
                        <a:pt x="29718" y="505968"/>
                      </a:lnTo>
                      <a:lnTo>
                        <a:pt x="29718" y="476250"/>
                      </a:lnTo>
                      <a:lnTo>
                        <a:pt x="59436" y="476250"/>
                      </a:lnTo>
                      <a:lnTo>
                        <a:pt x="59436" y="505968"/>
                      </a:lnTo>
                      <a:lnTo>
                        <a:pt x="29718" y="505968"/>
                      </a:lnTo>
                      <a:lnTo>
                        <a:pt x="29718" y="535686"/>
                      </a:lnTo>
                      <a:lnTo>
                        <a:pt x="297561" y="535686"/>
                      </a:lnTo>
                      <a:lnTo>
                        <a:pt x="297561" y="505968"/>
                      </a:lnTo>
                      <a:lnTo>
                        <a:pt x="267843" y="505968"/>
                      </a:lnTo>
                      <a:lnTo>
                        <a:pt x="267843" y="476250"/>
                      </a:lnTo>
                      <a:lnTo>
                        <a:pt x="297561" y="476250"/>
                      </a:lnTo>
                      <a:lnTo>
                        <a:pt x="297561" y="505968"/>
                      </a:lnTo>
                      <a:lnTo>
                        <a:pt x="327279" y="505968"/>
                      </a:lnTo>
                      <a:lnTo>
                        <a:pt x="327279" y="29718"/>
                      </a:lnTo>
                      <a:lnTo>
                        <a:pt x="297561" y="29718"/>
                      </a:lnTo>
                      <a:close/>
                      <a:moveTo>
                        <a:pt x="297561" y="446437"/>
                      </a:moveTo>
                      <a:lnTo>
                        <a:pt x="29718" y="446437"/>
                      </a:lnTo>
                      <a:lnTo>
                        <a:pt x="29718" y="416719"/>
                      </a:lnTo>
                      <a:lnTo>
                        <a:pt x="59436" y="416719"/>
                      </a:lnTo>
                      <a:lnTo>
                        <a:pt x="59436" y="387001"/>
                      </a:lnTo>
                      <a:lnTo>
                        <a:pt x="89154" y="387001"/>
                      </a:lnTo>
                      <a:lnTo>
                        <a:pt x="89154" y="357283"/>
                      </a:lnTo>
                      <a:lnTo>
                        <a:pt x="148685" y="357283"/>
                      </a:lnTo>
                      <a:lnTo>
                        <a:pt x="148685" y="297752"/>
                      </a:lnTo>
                      <a:lnTo>
                        <a:pt x="89154" y="297752"/>
                      </a:lnTo>
                      <a:lnTo>
                        <a:pt x="89154" y="268033"/>
                      </a:lnTo>
                      <a:lnTo>
                        <a:pt x="59436" y="268033"/>
                      </a:lnTo>
                      <a:lnTo>
                        <a:pt x="59436" y="238315"/>
                      </a:lnTo>
                      <a:lnTo>
                        <a:pt x="89154" y="238315"/>
                      </a:lnTo>
                      <a:lnTo>
                        <a:pt x="89154" y="268033"/>
                      </a:lnTo>
                      <a:lnTo>
                        <a:pt x="148685" y="268033"/>
                      </a:lnTo>
                      <a:lnTo>
                        <a:pt x="148685" y="238315"/>
                      </a:lnTo>
                      <a:lnTo>
                        <a:pt x="118967" y="238315"/>
                      </a:lnTo>
                      <a:lnTo>
                        <a:pt x="118967" y="208597"/>
                      </a:lnTo>
                      <a:lnTo>
                        <a:pt x="89249" y="208597"/>
                      </a:lnTo>
                      <a:lnTo>
                        <a:pt x="89249" y="149066"/>
                      </a:lnTo>
                      <a:lnTo>
                        <a:pt x="118967" y="149066"/>
                      </a:lnTo>
                      <a:lnTo>
                        <a:pt x="118967" y="119348"/>
                      </a:lnTo>
                      <a:lnTo>
                        <a:pt x="89249" y="119348"/>
                      </a:lnTo>
                      <a:lnTo>
                        <a:pt x="89249" y="89630"/>
                      </a:lnTo>
                      <a:lnTo>
                        <a:pt x="118967" y="89630"/>
                      </a:lnTo>
                      <a:lnTo>
                        <a:pt x="118967" y="119348"/>
                      </a:lnTo>
                      <a:lnTo>
                        <a:pt x="148685" y="119348"/>
                      </a:lnTo>
                      <a:lnTo>
                        <a:pt x="148685" y="89630"/>
                      </a:lnTo>
                      <a:lnTo>
                        <a:pt x="178403" y="89630"/>
                      </a:lnTo>
                      <a:lnTo>
                        <a:pt x="178403" y="119348"/>
                      </a:lnTo>
                      <a:lnTo>
                        <a:pt x="208121" y="119348"/>
                      </a:lnTo>
                      <a:lnTo>
                        <a:pt x="208121" y="89630"/>
                      </a:lnTo>
                      <a:lnTo>
                        <a:pt x="237839" y="89630"/>
                      </a:lnTo>
                      <a:lnTo>
                        <a:pt x="237839" y="119348"/>
                      </a:lnTo>
                      <a:lnTo>
                        <a:pt x="208121" y="119348"/>
                      </a:lnTo>
                      <a:lnTo>
                        <a:pt x="208121" y="149066"/>
                      </a:lnTo>
                      <a:lnTo>
                        <a:pt x="237839" y="149066"/>
                      </a:lnTo>
                      <a:lnTo>
                        <a:pt x="237839" y="208597"/>
                      </a:lnTo>
                      <a:lnTo>
                        <a:pt x="208121" y="208597"/>
                      </a:lnTo>
                      <a:lnTo>
                        <a:pt x="208121" y="238315"/>
                      </a:lnTo>
                      <a:lnTo>
                        <a:pt x="178403" y="238315"/>
                      </a:lnTo>
                      <a:lnTo>
                        <a:pt x="178403" y="268033"/>
                      </a:lnTo>
                      <a:lnTo>
                        <a:pt x="237934" y="268033"/>
                      </a:lnTo>
                      <a:lnTo>
                        <a:pt x="237934" y="238315"/>
                      </a:lnTo>
                      <a:lnTo>
                        <a:pt x="267652" y="238315"/>
                      </a:lnTo>
                      <a:lnTo>
                        <a:pt x="267652" y="268033"/>
                      </a:lnTo>
                      <a:lnTo>
                        <a:pt x="237934" y="268033"/>
                      </a:lnTo>
                      <a:lnTo>
                        <a:pt x="237934" y="297752"/>
                      </a:lnTo>
                      <a:lnTo>
                        <a:pt x="178403" y="297752"/>
                      </a:lnTo>
                      <a:lnTo>
                        <a:pt x="178403" y="357283"/>
                      </a:lnTo>
                      <a:lnTo>
                        <a:pt x="237934" y="357283"/>
                      </a:lnTo>
                      <a:lnTo>
                        <a:pt x="237934" y="387001"/>
                      </a:lnTo>
                      <a:lnTo>
                        <a:pt x="267652" y="387001"/>
                      </a:lnTo>
                      <a:lnTo>
                        <a:pt x="267652" y="416719"/>
                      </a:lnTo>
                      <a:lnTo>
                        <a:pt x="297370" y="416719"/>
                      </a:lnTo>
                      <a:lnTo>
                        <a:pt x="297370" y="44643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1" name="Google Shape;1011;p26"/>
                <p:cNvSpPr/>
                <p:nvPr/>
              </p:nvSpPr>
              <p:spPr>
                <a:xfrm>
                  <a:off x="6719887" y="4441030"/>
                  <a:ext cx="148780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780" h="29718" extrusionOk="0">
                      <a:moveTo>
                        <a:pt x="0" y="0"/>
                      </a:move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26"/>
                <p:cNvSpPr/>
                <p:nvPr/>
              </p:nvSpPr>
              <p:spPr>
                <a:xfrm>
                  <a:off x="6749605" y="4173092"/>
                  <a:ext cx="89344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89344" extrusionOk="0">
                      <a:moveTo>
                        <a:pt x="89345" y="29813"/>
                      </a:moveTo>
                      <a:lnTo>
                        <a:pt x="89345" y="89345"/>
                      </a:lnTo>
                      <a:lnTo>
                        <a:pt x="0" y="89345"/>
                      </a:lnTo>
                      <a:lnTo>
                        <a:pt x="0" y="29813"/>
                      </a:lnTo>
                      <a:lnTo>
                        <a:pt x="29813" y="29813"/>
                      </a:lnTo>
                      <a:lnTo>
                        <a:pt x="29813" y="0"/>
                      </a:lnTo>
                      <a:lnTo>
                        <a:pt x="59627" y="0"/>
                      </a:lnTo>
                      <a:lnTo>
                        <a:pt x="59627" y="29813"/>
                      </a:lnTo>
                      <a:lnTo>
                        <a:pt x="89345" y="2981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26"/>
                <p:cNvSpPr/>
                <p:nvPr/>
              </p:nvSpPr>
              <p:spPr>
                <a:xfrm>
                  <a:off x="6779418" y="4292155"/>
                  <a:ext cx="29718" cy="148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148780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0"/>
                      </a:lnTo>
                      <a:lnTo>
                        <a:pt x="0" y="1487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14" name="Google Shape;1014;p26"/>
              <p:cNvGrpSpPr/>
              <p:nvPr/>
            </p:nvGrpSpPr>
            <p:grpSpPr>
              <a:xfrm>
                <a:off x="6690169" y="4292155"/>
                <a:ext cx="1160717" cy="1101280"/>
                <a:chOff x="6690169" y="4292155"/>
                <a:chExt cx="1160717" cy="1101280"/>
              </a:xfrm>
            </p:grpSpPr>
            <p:sp>
              <p:nvSpPr>
                <p:cNvPr id="1015" name="Google Shape;1015;p26"/>
                <p:cNvSpPr/>
                <p:nvPr/>
              </p:nvSpPr>
              <p:spPr>
                <a:xfrm>
                  <a:off x="6838950" y="5363717"/>
                  <a:ext cx="53578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781" h="29718" extrusionOk="0">
                      <a:moveTo>
                        <a:pt x="0" y="0"/>
                      </a:moveTo>
                      <a:lnTo>
                        <a:pt x="535781" y="0"/>
                      </a:lnTo>
                      <a:lnTo>
                        <a:pt x="53578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6" name="Google Shape;1016;p26"/>
                <p:cNvSpPr/>
                <p:nvPr/>
              </p:nvSpPr>
              <p:spPr>
                <a:xfrm>
                  <a:off x="6809232" y="533399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7" name="Google Shape;1017;p26"/>
                <p:cNvSpPr/>
                <p:nvPr/>
              </p:nvSpPr>
              <p:spPr>
                <a:xfrm>
                  <a:off x="7404544" y="530428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8" name="Google Shape;1018;p26"/>
                <p:cNvSpPr/>
                <p:nvPr/>
              </p:nvSpPr>
              <p:spPr>
                <a:xfrm>
                  <a:off x="7374731" y="533399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9" name="Google Shape;1019;p26"/>
                <p:cNvSpPr/>
                <p:nvPr/>
              </p:nvSpPr>
              <p:spPr>
                <a:xfrm>
                  <a:off x="7404544" y="52149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26"/>
                <p:cNvSpPr/>
                <p:nvPr/>
              </p:nvSpPr>
              <p:spPr>
                <a:xfrm>
                  <a:off x="7434262" y="527446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1" name="Google Shape;1021;p26"/>
                <p:cNvSpPr/>
                <p:nvPr/>
              </p:nvSpPr>
              <p:spPr>
                <a:xfrm>
                  <a:off x="7463980" y="5304281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2" name="Google Shape;1022;p26"/>
                <p:cNvSpPr/>
                <p:nvPr/>
              </p:nvSpPr>
              <p:spPr>
                <a:xfrm>
                  <a:off x="7553325" y="5274468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3" name="Google Shape;1023;p26"/>
                <p:cNvSpPr/>
                <p:nvPr/>
              </p:nvSpPr>
              <p:spPr>
                <a:xfrm>
                  <a:off x="7642669" y="524465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4" name="Google Shape;1024;p26"/>
                <p:cNvSpPr/>
                <p:nvPr/>
              </p:nvSpPr>
              <p:spPr>
                <a:xfrm>
                  <a:off x="7731918" y="5155405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5" name="Google Shape;1025;p26"/>
                <p:cNvSpPr/>
                <p:nvPr/>
              </p:nvSpPr>
              <p:spPr>
                <a:xfrm>
                  <a:off x="7761732" y="5066156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6" name="Google Shape;1026;p26"/>
                <p:cNvSpPr/>
                <p:nvPr/>
              </p:nvSpPr>
              <p:spPr>
                <a:xfrm>
                  <a:off x="7791450" y="4887467"/>
                  <a:ext cx="29718" cy="178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178593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78594"/>
                      </a:lnTo>
                      <a:lnTo>
                        <a:pt x="0" y="17859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7" name="Google Shape;1027;p26"/>
                <p:cNvSpPr/>
                <p:nvPr/>
              </p:nvSpPr>
              <p:spPr>
                <a:xfrm>
                  <a:off x="7791450" y="4560093"/>
                  <a:ext cx="29718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119062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26"/>
                <p:cNvSpPr/>
                <p:nvPr/>
              </p:nvSpPr>
              <p:spPr>
                <a:xfrm>
                  <a:off x="7761732" y="4500562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9" name="Google Shape;1029;p26"/>
                <p:cNvSpPr/>
                <p:nvPr/>
              </p:nvSpPr>
              <p:spPr>
                <a:xfrm>
                  <a:off x="7731918" y="447084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26"/>
                <p:cNvSpPr/>
                <p:nvPr/>
              </p:nvSpPr>
              <p:spPr>
                <a:xfrm>
                  <a:off x="7702105" y="44410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26"/>
                <p:cNvSpPr/>
                <p:nvPr/>
              </p:nvSpPr>
              <p:spPr>
                <a:xfrm>
                  <a:off x="7642669" y="441121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2" name="Google Shape;1032;p26"/>
                <p:cNvSpPr/>
                <p:nvPr/>
              </p:nvSpPr>
              <p:spPr>
                <a:xfrm>
                  <a:off x="7583043" y="4381499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3" name="Google Shape;1033;p26"/>
                <p:cNvSpPr/>
                <p:nvPr/>
              </p:nvSpPr>
              <p:spPr>
                <a:xfrm>
                  <a:off x="7523607" y="4351781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4" name="Google Shape;1034;p26"/>
                <p:cNvSpPr/>
                <p:nvPr/>
              </p:nvSpPr>
              <p:spPr>
                <a:xfrm>
                  <a:off x="6958012" y="4381499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26"/>
                <p:cNvSpPr/>
                <p:nvPr/>
              </p:nvSpPr>
              <p:spPr>
                <a:xfrm>
                  <a:off x="6898481" y="441121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26"/>
                <p:cNvSpPr/>
                <p:nvPr/>
              </p:nvSpPr>
              <p:spPr>
                <a:xfrm>
                  <a:off x="6868668" y="44410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26"/>
                <p:cNvSpPr/>
                <p:nvPr/>
              </p:nvSpPr>
              <p:spPr>
                <a:xfrm>
                  <a:off x="6838950" y="447084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26"/>
                <p:cNvSpPr/>
                <p:nvPr/>
              </p:nvSpPr>
              <p:spPr>
                <a:xfrm>
                  <a:off x="6809232" y="4500562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26"/>
                <p:cNvSpPr/>
                <p:nvPr/>
              </p:nvSpPr>
              <p:spPr>
                <a:xfrm>
                  <a:off x="6779418" y="4560093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26"/>
                <p:cNvSpPr/>
                <p:nvPr/>
              </p:nvSpPr>
              <p:spPr>
                <a:xfrm>
                  <a:off x="7017543" y="4351781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26"/>
                <p:cNvSpPr/>
                <p:nvPr/>
              </p:nvSpPr>
              <p:spPr>
                <a:xfrm>
                  <a:off x="7434262" y="4321968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26"/>
                <p:cNvSpPr/>
                <p:nvPr/>
              </p:nvSpPr>
              <p:spPr>
                <a:xfrm>
                  <a:off x="7077075" y="4321968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26"/>
                <p:cNvSpPr/>
                <p:nvPr/>
              </p:nvSpPr>
              <p:spPr>
                <a:xfrm>
                  <a:off x="7166419" y="4292155"/>
                  <a:ext cx="267843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843" h="29718" extrusionOk="0">
                      <a:moveTo>
                        <a:pt x="0" y="0"/>
                      </a:moveTo>
                      <a:lnTo>
                        <a:pt x="267843" y="0"/>
                      </a:lnTo>
                      <a:lnTo>
                        <a:pt x="26784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" name="Google Shape;1044;p26"/>
                <p:cNvSpPr/>
                <p:nvPr/>
              </p:nvSpPr>
              <p:spPr>
                <a:xfrm>
                  <a:off x="7821168" y="4679155"/>
                  <a:ext cx="29718" cy="208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08406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08407"/>
                      </a:lnTo>
                      <a:lnTo>
                        <a:pt x="0" y="20840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" name="Google Shape;1045;p26"/>
                <p:cNvSpPr/>
                <p:nvPr/>
              </p:nvSpPr>
              <p:spPr>
                <a:xfrm>
                  <a:off x="6749605" y="4649342"/>
                  <a:ext cx="29718" cy="208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08406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08407"/>
                      </a:lnTo>
                      <a:lnTo>
                        <a:pt x="0" y="20840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26"/>
                <p:cNvSpPr/>
                <p:nvPr/>
              </p:nvSpPr>
              <p:spPr>
                <a:xfrm>
                  <a:off x="7702105" y="52149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26"/>
                <p:cNvSpPr/>
                <p:nvPr/>
              </p:nvSpPr>
              <p:spPr>
                <a:xfrm>
                  <a:off x="6809232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26"/>
                <p:cNvSpPr/>
                <p:nvPr/>
              </p:nvSpPr>
              <p:spPr>
                <a:xfrm>
                  <a:off x="6779418" y="50065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26"/>
                <p:cNvSpPr/>
                <p:nvPr/>
              </p:nvSpPr>
              <p:spPr>
                <a:xfrm>
                  <a:off x="6719887" y="4857749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26"/>
                <p:cNvSpPr/>
                <p:nvPr/>
              </p:nvSpPr>
              <p:spPr>
                <a:xfrm>
                  <a:off x="6719887" y="4976812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26"/>
                <p:cNvSpPr/>
                <p:nvPr/>
              </p:nvSpPr>
              <p:spPr>
                <a:xfrm>
                  <a:off x="6690169" y="4917280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26"/>
                <p:cNvSpPr/>
                <p:nvPr/>
              </p:nvSpPr>
              <p:spPr>
                <a:xfrm>
                  <a:off x="6838950" y="51852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26"/>
                <p:cNvSpPr/>
                <p:nvPr/>
              </p:nvSpPr>
              <p:spPr>
                <a:xfrm>
                  <a:off x="6898481" y="5155405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26"/>
                <p:cNvSpPr/>
                <p:nvPr/>
              </p:nvSpPr>
              <p:spPr>
                <a:xfrm>
                  <a:off x="6987730" y="5185219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5" name="Google Shape;1055;p26"/>
                <p:cNvSpPr/>
                <p:nvPr/>
              </p:nvSpPr>
              <p:spPr>
                <a:xfrm>
                  <a:off x="7077075" y="5214937"/>
                  <a:ext cx="148780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780" h="29718" extrusionOk="0">
                      <a:moveTo>
                        <a:pt x="0" y="0"/>
                      </a:move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6" name="Google Shape;1056;p26"/>
                <p:cNvSpPr/>
                <p:nvPr/>
              </p:nvSpPr>
              <p:spPr>
                <a:xfrm>
                  <a:off x="7225855" y="5185219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26"/>
                <p:cNvSpPr/>
                <p:nvPr/>
              </p:nvSpPr>
              <p:spPr>
                <a:xfrm>
                  <a:off x="7285482" y="5095874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26"/>
                <p:cNvSpPr/>
                <p:nvPr/>
              </p:nvSpPr>
              <p:spPr>
                <a:xfrm>
                  <a:off x="7315200" y="4976812"/>
                  <a:ext cx="29718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119062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26"/>
                <p:cNvSpPr/>
                <p:nvPr/>
              </p:nvSpPr>
              <p:spPr>
                <a:xfrm>
                  <a:off x="6838950" y="506615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26"/>
                <p:cNvSpPr/>
                <p:nvPr/>
              </p:nvSpPr>
              <p:spPr>
                <a:xfrm>
                  <a:off x="6868668" y="5036343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26"/>
                <p:cNvSpPr/>
                <p:nvPr/>
              </p:nvSpPr>
              <p:spPr>
                <a:xfrm>
                  <a:off x="6868668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26"/>
                <p:cNvSpPr/>
                <p:nvPr/>
              </p:nvSpPr>
              <p:spPr>
                <a:xfrm>
                  <a:off x="6898481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26"/>
                <p:cNvSpPr/>
                <p:nvPr/>
              </p:nvSpPr>
              <p:spPr>
                <a:xfrm>
                  <a:off x="6898481" y="51255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4" name="Google Shape;1064;p26"/>
                <p:cNvSpPr/>
                <p:nvPr/>
              </p:nvSpPr>
              <p:spPr>
                <a:xfrm>
                  <a:off x="6958012" y="51255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5" name="Google Shape;1065;p26"/>
                <p:cNvSpPr/>
                <p:nvPr/>
              </p:nvSpPr>
              <p:spPr>
                <a:xfrm>
                  <a:off x="7017543" y="5155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6" name="Google Shape;1066;p26"/>
                <p:cNvSpPr/>
                <p:nvPr/>
              </p:nvSpPr>
              <p:spPr>
                <a:xfrm>
                  <a:off x="7077075" y="51852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7" name="Google Shape;1067;p26"/>
                <p:cNvSpPr/>
                <p:nvPr/>
              </p:nvSpPr>
              <p:spPr>
                <a:xfrm>
                  <a:off x="7136606" y="51852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8" name="Google Shape;1068;p26"/>
                <p:cNvSpPr/>
                <p:nvPr/>
              </p:nvSpPr>
              <p:spPr>
                <a:xfrm>
                  <a:off x="7196137" y="51852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26"/>
                <p:cNvSpPr/>
                <p:nvPr/>
              </p:nvSpPr>
              <p:spPr>
                <a:xfrm>
                  <a:off x="6928294" y="5066156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26"/>
                <p:cNvSpPr/>
                <p:nvPr/>
              </p:nvSpPr>
              <p:spPr>
                <a:xfrm>
                  <a:off x="6898481" y="506615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26"/>
                <p:cNvSpPr/>
                <p:nvPr/>
              </p:nvSpPr>
              <p:spPr>
                <a:xfrm>
                  <a:off x="6868668" y="5125592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" name="Google Shape;1072;p26"/>
                <p:cNvSpPr/>
                <p:nvPr/>
              </p:nvSpPr>
              <p:spPr>
                <a:xfrm>
                  <a:off x="6928294" y="51255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3" name="Google Shape;1073;p26"/>
                <p:cNvSpPr/>
                <p:nvPr/>
              </p:nvSpPr>
              <p:spPr>
                <a:xfrm>
                  <a:off x="6928294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" name="Google Shape;1074;p26"/>
                <p:cNvSpPr/>
                <p:nvPr/>
              </p:nvSpPr>
              <p:spPr>
                <a:xfrm>
                  <a:off x="7047357" y="5155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" name="Google Shape;1075;p26"/>
                <p:cNvSpPr/>
                <p:nvPr/>
              </p:nvSpPr>
              <p:spPr>
                <a:xfrm>
                  <a:off x="6958012" y="5095874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6" name="Google Shape;1076;p26"/>
                <p:cNvSpPr/>
                <p:nvPr/>
              </p:nvSpPr>
              <p:spPr>
                <a:xfrm>
                  <a:off x="7017543" y="5125592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7" name="Google Shape;1077;p26"/>
                <p:cNvSpPr/>
                <p:nvPr/>
              </p:nvSpPr>
              <p:spPr>
                <a:xfrm>
                  <a:off x="6987730" y="5125592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8" name="Google Shape;1078;p26"/>
                <p:cNvSpPr/>
                <p:nvPr/>
              </p:nvSpPr>
              <p:spPr>
                <a:xfrm>
                  <a:off x="6958012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9" name="Google Shape;1079;p26"/>
                <p:cNvSpPr/>
                <p:nvPr/>
              </p:nvSpPr>
              <p:spPr>
                <a:xfrm>
                  <a:off x="7017543" y="506615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0" name="Google Shape;1080;p26"/>
                <p:cNvSpPr/>
                <p:nvPr/>
              </p:nvSpPr>
              <p:spPr>
                <a:xfrm>
                  <a:off x="7077075" y="506615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1" name="Google Shape;1081;p26"/>
                <p:cNvSpPr/>
                <p:nvPr/>
              </p:nvSpPr>
              <p:spPr>
                <a:xfrm>
                  <a:off x="7136606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2" name="Google Shape;1082;p26"/>
                <p:cNvSpPr/>
                <p:nvPr/>
              </p:nvSpPr>
              <p:spPr>
                <a:xfrm>
                  <a:off x="7196137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3" name="Google Shape;1083;p26"/>
                <p:cNvSpPr/>
                <p:nvPr/>
              </p:nvSpPr>
              <p:spPr>
                <a:xfrm>
                  <a:off x="7077075" y="5155405"/>
                  <a:ext cx="148780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780" h="29718" extrusionOk="0">
                      <a:moveTo>
                        <a:pt x="0" y="0"/>
                      </a:move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4" name="Google Shape;1084;p26"/>
                <p:cNvSpPr/>
                <p:nvPr/>
              </p:nvSpPr>
              <p:spPr>
                <a:xfrm>
                  <a:off x="7225855" y="5155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5" name="Google Shape;1085;p26"/>
                <p:cNvSpPr/>
                <p:nvPr/>
              </p:nvSpPr>
              <p:spPr>
                <a:xfrm>
                  <a:off x="7166419" y="51852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26"/>
                <p:cNvSpPr/>
                <p:nvPr/>
              </p:nvSpPr>
              <p:spPr>
                <a:xfrm>
                  <a:off x="7106793" y="51852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7" name="Google Shape;1087;p26"/>
                <p:cNvSpPr/>
                <p:nvPr/>
              </p:nvSpPr>
              <p:spPr>
                <a:xfrm>
                  <a:off x="7255668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8" name="Google Shape;1088;p26"/>
                <p:cNvSpPr/>
                <p:nvPr/>
              </p:nvSpPr>
              <p:spPr>
                <a:xfrm>
                  <a:off x="7017543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9" name="Google Shape;1089;p26"/>
                <p:cNvSpPr/>
                <p:nvPr/>
              </p:nvSpPr>
              <p:spPr>
                <a:xfrm>
                  <a:off x="7017543" y="5036343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0" name="Google Shape;1090;p26"/>
                <p:cNvSpPr/>
                <p:nvPr/>
              </p:nvSpPr>
              <p:spPr>
                <a:xfrm>
                  <a:off x="7047357" y="5095874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1" name="Google Shape;1091;p26"/>
                <p:cNvSpPr/>
                <p:nvPr/>
              </p:nvSpPr>
              <p:spPr>
                <a:xfrm>
                  <a:off x="6928294" y="5006530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2" name="Google Shape;1092;p26"/>
                <p:cNvSpPr/>
                <p:nvPr/>
              </p:nvSpPr>
              <p:spPr>
                <a:xfrm>
                  <a:off x="7106793" y="5066156"/>
                  <a:ext cx="178593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3" h="29718" extrusionOk="0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3" name="Google Shape;1093;p26"/>
                <p:cNvSpPr/>
                <p:nvPr/>
              </p:nvSpPr>
              <p:spPr>
                <a:xfrm>
                  <a:off x="7106793" y="5125592"/>
                  <a:ext cx="178593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3" h="29718" extrusionOk="0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26"/>
                <p:cNvSpPr/>
                <p:nvPr/>
              </p:nvSpPr>
              <p:spPr>
                <a:xfrm>
                  <a:off x="7374731" y="5244655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5" name="Google Shape;1095;p26"/>
                <p:cNvSpPr/>
                <p:nvPr/>
              </p:nvSpPr>
              <p:spPr>
                <a:xfrm>
                  <a:off x="7404544" y="5185219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26"/>
                <p:cNvSpPr/>
                <p:nvPr/>
              </p:nvSpPr>
              <p:spPr>
                <a:xfrm>
                  <a:off x="7493793" y="4947094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097;p26"/>
                <p:cNvSpPr/>
                <p:nvPr/>
              </p:nvSpPr>
              <p:spPr>
                <a:xfrm>
                  <a:off x="7434262" y="5095874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098;p26"/>
                <p:cNvSpPr/>
                <p:nvPr/>
              </p:nvSpPr>
              <p:spPr>
                <a:xfrm>
                  <a:off x="7463980" y="5006530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26"/>
                <p:cNvSpPr/>
                <p:nvPr/>
              </p:nvSpPr>
              <p:spPr>
                <a:xfrm>
                  <a:off x="6809232" y="5214937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26"/>
                <p:cNvSpPr/>
                <p:nvPr/>
              </p:nvSpPr>
              <p:spPr>
                <a:xfrm>
                  <a:off x="6779418" y="5274468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26"/>
                <p:cNvSpPr/>
                <p:nvPr/>
              </p:nvSpPr>
              <p:spPr>
                <a:xfrm>
                  <a:off x="6809232" y="4679155"/>
                  <a:ext cx="29718" cy="148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148780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0"/>
                      </a:lnTo>
                      <a:lnTo>
                        <a:pt x="0" y="14878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26"/>
                <p:cNvSpPr/>
                <p:nvPr/>
              </p:nvSpPr>
              <p:spPr>
                <a:xfrm>
                  <a:off x="6838950" y="4619624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26"/>
                <p:cNvSpPr/>
                <p:nvPr/>
              </p:nvSpPr>
              <p:spPr>
                <a:xfrm>
                  <a:off x="6868668" y="458990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4" name="Google Shape;1104;p26"/>
                <p:cNvSpPr/>
                <p:nvPr/>
              </p:nvSpPr>
              <p:spPr>
                <a:xfrm>
                  <a:off x="6898481" y="4560093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5" name="Google Shape;1105;p26"/>
                <p:cNvSpPr/>
                <p:nvPr/>
              </p:nvSpPr>
              <p:spPr>
                <a:xfrm>
                  <a:off x="6987730" y="458990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6" name="Google Shape;1106;p26"/>
                <p:cNvSpPr/>
                <p:nvPr/>
              </p:nvSpPr>
              <p:spPr>
                <a:xfrm>
                  <a:off x="6838950" y="4828031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7" name="Google Shape;1107;p26"/>
                <p:cNvSpPr/>
                <p:nvPr/>
              </p:nvSpPr>
              <p:spPr>
                <a:xfrm>
                  <a:off x="6958012" y="4857749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26"/>
                <p:cNvSpPr/>
                <p:nvPr/>
              </p:nvSpPr>
              <p:spPr>
                <a:xfrm>
                  <a:off x="6987730" y="4917280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26"/>
                <p:cNvSpPr/>
                <p:nvPr/>
              </p:nvSpPr>
              <p:spPr>
                <a:xfrm>
                  <a:off x="7077075" y="488746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26"/>
                <p:cNvSpPr/>
                <p:nvPr/>
              </p:nvSpPr>
              <p:spPr>
                <a:xfrm>
                  <a:off x="6987730" y="4798218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26"/>
                <p:cNvSpPr/>
                <p:nvPr/>
              </p:nvSpPr>
              <p:spPr>
                <a:xfrm>
                  <a:off x="7017543" y="4768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2" name="Google Shape;1112;p26"/>
                <p:cNvSpPr/>
                <p:nvPr/>
              </p:nvSpPr>
              <p:spPr>
                <a:xfrm>
                  <a:off x="7047357" y="482803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3" name="Google Shape;1113;p26"/>
                <p:cNvSpPr/>
                <p:nvPr/>
              </p:nvSpPr>
              <p:spPr>
                <a:xfrm>
                  <a:off x="7077075" y="47982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4" name="Google Shape;1114;p26"/>
                <p:cNvSpPr/>
                <p:nvPr/>
              </p:nvSpPr>
              <p:spPr>
                <a:xfrm>
                  <a:off x="7077075" y="47982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26"/>
                <p:cNvSpPr/>
                <p:nvPr/>
              </p:nvSpPr>
              <p:spPr>
                <a:xfrm>
                  <a:off x="7225855" y="47982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26"/>
                <p:cNvSpPr/>
                <p:nvPr/>
              </p:nvSpPr>
              <p:spPr>
                <a:xfrm>
                  <a:off x="7374731" y="47982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26"/>
                <p:cNvSpPr/>
                <p:nvPr/>
              </p:nvSpPr>
              <p:spPr>
                <a:xfrm>
                  <a:off x="7404544" y="4768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26"/>
                <p:cNvSpPr/>
                <p:nvPr/>
              </p:nvSpPr>
              <p:spPr>
                <a:xfrm>
                  <a:off x="7196137" y="4768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9" name="Google Shape;1119;p26"/>
                <p:cNvSpPr/>
                <p:nvPr/>
              </p:nvSpPr>
              <p:spPr>
                <a:xfrm>
                  <a:off x="7166419" y="458990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0" name="Google Shape;1120;p26"/>
                <p:cNvSpPr/>
                <p:nvPr/>
              </p:nvSpPr>
              <p:spPr>
                <a:xfrm>
                  <a:off x="7196137" y="4560093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1" name="Google Shape;1121;p26"/>
                <p:cNvSpPr/>
                <p:nvPr/>
              </p:nvSpPr>
              <p:spPr>
                <a:xfrm>
                  <a:off x="7374731" y="4560093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2" name="Google Shape;1122;p26"/>
                <p:cNvSpPr/>
                <p:nvPr/>
              </p:nvSpPr>
              <p:spPr>
                <a:xfrm>
                  <a:off x="7255668" y="4530280"/>
                  <a:ext cx="119062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29718" extrusionOk="0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3" name="Google Shape;1123;p26"/>
                <p:cNvSpPr/>
                <p:nvPr/>
              </p:nvSpPr>
              <p:spPr>
                <a:xfrm>
                  <a:off x="7166419" y="4679155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4" name="Google Shape;1124;p26"/>
                <p:cNvSpPr/>
                <p:nvPr/>
              </p:nvSpPr>
              <p:spPr>
                <a:xfrm>
                  <a:off x="7136606" y="4619624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5" name="Google Shape;1125;p26"/>
                <p:cNvSpPr/>
                <p:nvPr/>
              </p:nvSpPr>
              <p:spPr>
                <a:xfrm>
                  <a:off x="7434262" y="4589906"/>
                  <a:ext cx="29718" cy="178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178593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78594"/>
                      </a:lnTo>
                      <a:lnTo>
                        <a:pt x="0" y="17859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6" name="Google Shape;1126;p26"/>
                <p:cNvSpPr/>
                <p:nvPr/>
              </p:nvSpPr>
              <p:spPr>
                <a:xfrm>
                  <a:off x="7136606" y="4798218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7" name="Google Shape;1127;p26"/>
                <p:cNvSpPr/>
                <p:nvPr/>
              </p:nvSpPr>
              <p:spPr>
                <a:xfrm>
                  <a:off x="7106793" y="4738687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8" name="Google Shape;1128;p26"/>
                <p:cNvSpPr/>
                <p:nvPr/>
              </p:nvSpPr>
              <p:spPr>
                <a:xfrm>
                  <a:off x="7017543" y="4857749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9" name="Google Shape;1129;p26"/>
                <p:cNvSpPr/>
                <p:nvPr/>
              </p:nvSpPr>
              <p:spPr>
                <a:xfrm>
                  <a:off x="7047357" y="4738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0" name="Google Shape;1130;p26"/>
                <p:cNvSpPr/>
                <p:nvPr/>
              </p:nvSpPr>
              <p:spPr>
                <a:xfrm>
                  <a:off x="7077075" y="4708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1" name="Google Shape;1131;p26"/>
                <p:cNvSpPr/>
                <p:nvPr/>
              </p:nvSpPr>
              <p:spPr>
                <a:xfrm>
                  <a:off x="6928294" y="47982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2" name="Google Shape;1132;p26"/>
                <p:cNvSpPr/>
                <p:nvPr/>
              </p:nvSpPr>
              <p:spPr>
                <a:xfrm>
                  <a:off x="6958012" y="4738687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3" name="Google Shape;1133;p26"/>
                <p:cNvSpPr/>
                <p:nvPr/>
              </p:nvSpPr>
              <p:spPr>
                <a:xfrm>
                  <a:off x="6987730" y="4679155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4" name="Google Shape;1134;p26"/>
                <p:cNvSpPr/>
                <p:nvPr/>
              </p:nvSpPr>
              <p:spPr>
                <a:xfrm>
                  <a:off x="7017543" y="4619624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5" name="Google Shape;1135;p26"/>
                <p:cNvSpPr/>
                <p:nvPr/>
              </p:nvSpPr>
              <p:spPr>
                <a:xfrm>
                  <a:off x="7255668" y="4828031"/>
                  <a:ext cx="119062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29718" extrusionOk="0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6" name="Google Shape;1136;p26"/>
                <p:cNvSpPr/>
                <p:nvPr/>
              </p:nvSpPr>
              <p:spPr>
                <a:xfrm>
                  <a:off x="7255668" y="4947094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7" name="Google Shape;1137;p26"/>
                <p:cNvSpPr/>
                <p:nvPr/>
              </p:nvSpPr>
              <p:spPr>
                <a:xfrm>
                  <a:off x="7463980" y="4947094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8" name="Google Shape;1138;p26"/>
                <p:cNvSpPr/>
                <p:nvPr/>
              </p:nvSpPr>
              <p:spPr>
                <a:xfrm>
                  <a:off x="7523607" y="4798218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9" name="Google Shape;1139;p26"/>
                <p:cNvSpPr/>
                <p:nvPr/>
              </p:nvSpPr>
              <p:spPr>
                <a:xfrm>
                  <a:off x="7523607" y="4560093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0" name="Google Shape;1140;p26"/>
                <p:cNvSpPr/>
                <p:nvPr/>
              </p:nvSpPr>
              <p:spPr>
                <a:xfrm>
                  <a:off x="7553325" y="45302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1" name="Google Shape;1141;p26"/>
                <p:cNvSpPr/>
                <p:nvPr/>
              </p:nvSpPr>
              <p:spPr>
                <a:xfrm>
                  <a:off x="7553325" y="4619624"/>
                  <a:ext cx="29718" cy="178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178593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78594"/>
                      </a:lnTo>
                      <a:lnTo>
                        <a:pt x="0" y="17859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2" name="Google Shape;1142;p26"/>
                <p:cNvSpPr/>
                <p:nvPr/>
              </p:nvSpPr>
              <p:spPr>
                <a:xfrm>
                  <a:off x="7553325" y="4976812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3" name="Google Shape;1143;p26"/>
                <p:cNvSpPr/>
                <p:nvPr/>
              </p:nvSpPr>
              <p:spPr>
                <a:xfrm>
                  <a:off x="7553325" y="485774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4" name="Google Shape;1144;p26"/>
                <p:cNvSpPr/>
                <p:nvPr/>
              </p:nvSpPr>
              <p:spPr>
                <a:xfrm>
                  <a:off x="7583043" y="488746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5" name="Google Shape;1145;p26"/>
                <p:cNvSpPr/>
                <p:nvPr/>
              </p:nvSpPr>
              <p:spPr>
                <a:xfrm>
                  <a:off x="7612856" y="5006530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6" name="Google Shape;1146;p26"/>
                <p:cNvSpPr/>
                <p:nvPr/>
              </p:nvSpPr>
              <p:spPr>
                <a:xfrm>
                  <a:off x="7642669" y="4917280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7" name="Google Shape;1147;p26"/>
                <p:cNvSpPr/>
                <p:nvPr/>
              </p:nvSpPr>
              <p:spPr>
                <a:xfrm>
                  <a:off x="6720268" y="4322253"/>
                  <a:ext cx="1101375" cy="9819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1375" h="981932" extrusionOk="0">
                      <a:moveTo>
                        <a:pt x="1071181" y="356902"/>
                      </a:moveTo>
                      <a:lnTo>
                        <a:pt x="1071181" y="237839"/>
                      </a:lnTo>
                      <a:lnTo>
                        <a:pt x="1041463" y="237839"/>
                      </a:lnTo>
                      <a:lnTo>
                        <a:pt x="1041463" y="178308"/>
                      </a:lnTo>
                      <a:lnTo>
                        <a:pt x="1011746" y="178308"/>
                      </a:lnTo>
                      <a:lnTo>
                        <a:pt x="1011746" y="148590"/>
                      </a:lnTo>
                      <a:lnTo>
                        <a:pt x="982028" y="148590"/>
                      </a:lnTo>
                      <a:lnTo>
                        <a:pt x="982028" y="118872"/>
                      </a:lnTo>
                      <a:lnTo>
                        <a:pt x="922496" y="118872"/>
                      </a:lnTo>
                      <a:lnTo>
                        <a:pt x="922496" y="89154"/>
                      </a:lnTo>
                      <a:lnTo>
                        <a:pt x="862965" y="89154"/>
                      </a:lnTo>
                      <a:lnTo>
                        <a:pt x="862965" y="59436"/>
                      </a:lnTo>
                      <a:lnTo>
                        <a:pt x="803434" y="59436"/>
                      </a:lnTo>
                      <a:lnTo>
                        <a:pt x="803434" y="29718"/>
                      </a:lnTo>
                      <a:lnTo>
                        <a:pt x="714089" y="29718"/>
                      </a:lnTo>
                      <a:lnTo>
                        <a:pt x="714089" y="0"/>
                      </a:lnTo>
                      <a:lnTo>
                        <a:pt x="446246" y="0"/>
                      </a:lnTo>
                      <a:lnTo>
                        <a:pt x="446246" y="29718"/>
                      </a:lnTo>
                      <a:lnTo>
                        <a:pt x="356902" y="29718"/>
                      </a:lnTo>
                      <a:lnTo>
                        <a:pt x="356902" y="59436"/>
                      </a:lnTo>
                      <a:lnTo>
                        <a:pt x="297371" y="59436"/>
                      </a:lnTo>
                      <a:lnTo>
                        <a:pt x="297371" y="89154"/>
                      </a:lnTo>
                      <a:lnTo>
                        <a:pt x="237839" y="89154"/>
                      </a:lnTo>
                      <a:lnTo>
                        <a:pt x="237839" y="118872"/>
                      </a:lnTo>
                      <a:lnTo>
                        <a:pt x="178308" y="118872"/>
                      </a:lnTo>
                      <a:lnTo>
                        <a:pt x="178308" y="148590"/>
                      </a:lnTo>
                      <a:lnTo>
                        <a:pt x="148590" y="148590"/>
                      </a:lnTo>
                      <a:lnTo>
                        <a:pt x="148590" y="178308"/>
                      </a:lnTo>
                      <a:lnTo>
                        <a:pt x="118872" y="178308"/>
                      </a:lnTo>
                      <a:lnTo>
                        <a:pt x="118872" y="237839"/>
                      </a:lnTo>
                      <a:lnTo>
                        <a:pt x="89154" y="237839"/>
                      </a:lnTo>
                      <a:lnTo>
                        <a:pt x="89154" y="327184"/>
                      </a:lnTo>
                      <a:lnTo>
                        <a:pt x="59436" y="327184"/>
                      </a:lnTo>
                      <a:lnTo>
                        <a:pt x="59436" y="535591"/>
                      </a:lnTo>
                      <a:lnTo>
                        <a:pt x="29718" y="535591"/>
                      </a:lnTo>
                      <a:lnTo>
                        <a:pt x="29718" y="595122"/>
                      </a:lnTo>
                      <a:lnTo>
                        <a:pt x="0" y="595122"/>
                      </a:lnTo>
                      <a:lnTo>
                        <a:pt x="0" y="654653"/>
                      </a:lnTo>
                      <a:lnTo>
                        <a:pt x="59531" y="654653"/>
                      </a:lnTo>
                      <a:lnTo>
                        <a:pt x="59531" y="684371"/>
                      </a:lnTo>
                      <a:lnTo>
                        <a:pt x="89249" y="684371"/>
                      </a:lnTo>
                      <a:lnTo>
                        <a:pt x="89249" y="714089"/>
                      </a:lnTo>
                      <a:lnTo>
                        <a:pt x="118967" y="714089"/>
                      </a:lnTo>
                      <a:lnTo>
                        <a:pt x="118967" y="743807"/>
                      </a:lnTo>
                      <a:lnTo>
                        <a:pt x="148685" y="743807"/>
                      </a:lnTo>
                      <a:lnTo>
                        <a:pt x="148685" y="714089"/>
                      </a:lnTo>
                      <a:lnTo>
                        <a:pt x="208216" y="714089"/>
                      </a:lnTo>
                      <a:lnTo>
                        <a:pt x="208216" y="684371"/>
                      </a:lnTo>
                      <a:lnTo>
                        <a:pt x="297561" y="684371"/>
                      </a:lnTo>
                      <a:lnTo>
                        <a:pt x="297561" y="714089"/>
                      </a:lnTo>
                      <a:lnTo>
                        <a:pt x="386905" y="714089"/>
                      </a:lnTo>
                      <a:lnTo>
                        <a:pt x="386905" y="743807"/>
                      </a:lnTo>
                      <a:lnTo>
                        <a:pt x="565499" y="743807"/>
                      </a:lnTo>
                      <a:lnTo>
                        <a:pt x="565499" y="773525"/>
                      </a:lnTo>
                      <a:lnTo>
                        <a:pt x="595217" y="773525"/>
                      </a:lnTo>
                      <a:lnTo>
                        <a:pt x="595217" y="654463"/>
                      </a:lnTo>
                      <a:lnTo>
                        <a:pt x="535686" y="654463"/>
                      </a:lnTo>
                      <a:lnTo>
                        <a:pt x="535686" y="624745"/>
                      </a:lnTo>
                      <a:lnTo>
                        <a:pt x="625030" y="624745"/>
                      </a:lnTo>
                      <a:lnTo>
                        <a:pt x="625030" y="595027"/>
                      </a:lnTo>
                      <a:lnTo>
                        <a:pt x="744093" y="595027"/>
                      </a:lnTo>
                      <a:lnTo>
                        <a:pt x="744093" y="624745"/>
                      </a:lnTo>
                      <a:lnTo>
                        <a:pt x="833438" y="624745"/>
                      </a:lnTo>
                      <a:lnTo>
                        <a:pt x="833438" y="654463"/>
                      </a:lnTo>
                      <a:lnTo>
                        <a:pt x="892969" y="654463"/>
                      </a:lnTo>
                      <a:lnTo>
                        <a:pt x="892969" y="684181"/>
                      </a:lnTo>
                      <a:lnTo>
                        <a:pt x="982313" y="684181"/>
                      </a:lnTo>
                      <a:lnTo>
                        <a:pt x="982313" y="713899"/>
                      </a:lnTo>
                      <a:lnTo>
                        <a:pt x="892969" y="713899"/>
                      </a:lnTo>
                      <a:lnTo>
                        <a:pt x="892969" y="684181"/>
                      </a:lnTo>
                      <a:lnTo>
                        <a:pt x="833438" y="684181"/>
                      </a:lnTo>
                      <a:lnTo>
                        <a:pt x="833438" y="654463"/>
                      </a:lnTo>
                      <a:lnTo>
                        <a:pt x="803720" y="654463"/>
                      </a:lnTo>
                      <a:lnTo>
                        <a:pt x="803720" y="684181"/>
                      </a:lnTo>
                      <a:lnTo>
                        <a:pt x="774001" y="684181"/>
                      </a:lnTo>
                      <a:lnTo>
                        <a:pt x="774001" y="773525"/>
                      </a:lnTo>
                      <a:lnTo>
                        <a:pt x="744283" y="773525"/>
                      </a:lnTo>
                      <a:lnTo>
                        <a:pt x="744283" y="862870"/>
                      </a:lnTo>
                      <a:lnTo>
                        <a:pt x="714565" y="862870"/>
                      </a:lnTo>
                      <a:lnTo>
                        <a:pt x="714565" y="922401"/>
                      </a:lnTo>
                      <a:lnTo>
                        <a:pt x="684847" y="922401"/>
                      </a:lnTo>
                      <a:lnTo>
                        <a:pt x="684847" y="981932"/>
                      </a:lnTo>
                      <a:lnTo>
                        <a:pt x="714565" y="981932"/>
                      </a:lnTo>
                      <a:lnTo>
                        <a:pt x="714565" y="952214"/>
                      </a:lnTo>
                      <a:lnTo>
                        <a:pt x="744283" y="952214"/>
                      </a:lnTo>
                      <a:lnTo>
                        <a:pt x="744283" y="981932"/>
                      </a:lnTo>
                      <a:lnTo>
                        <a:pt x="833628" y="981932"/>
                      </a:lnTo>
                      <a:lnTo>
                        <a:pt x="833628" y="952214"/>
                      </a:lnTo>
                      <a:lnTo>
                        <a:pt x="922972" y="952214"/>
                      </a:lnTo>
                      <a:lnTo>
                        <a:pt x="922972" y="922496"/>
                      </a:lnTo>
                      <a:lnTo>
                        <a:pt x="982504" y="922496"/>
                      </a:lnTo>
                      <a:lnTo>
                        <a:pt x="982504" y="892778"/>
                      </a:lnTo>
                      <a:lnTo>
                        <a:pt x="1012222" y="892778"/>
                      </a:lnTo>
                      <a:lnTo>
                        <a:pt x="1012222" y="833247"/>
                      </a:lnTo>
                      <a:lnTo>
                        <a:pt x="1041940" y="833247"/>
                      </a:lnTo>
                      <a:lnTo>
                        <a:pt x="1041940" y="743903"/>
                      </a:lnTo>
                      <a:lnTo>
                        <a:pt x="1071658" y="743903"/>
                      </a:lnTo>
                      <a:lnTo>
                        <a:pt x="1071658" y="565309"/>
                      </a:lnTo>
                      <a:lnTo>
                        <a:pt x="1101376" y="565309"/>
                      </a:lnTo>
                      <a:lnTo>
                        <a:pt x="1101376" y="356902"/>
                      </a:lnTo>
                      <a:lnTo>
                        <a:pt x="1071658" y="356902"/>
                      </a:lnTo>
                      <a:close/>
                      <a:moveTo>
                        <a:pt x="446151" y="565309"/>
                      </a:moveTo>
                      <a:lnTo>
                        <a:pt x="416433" y="565309"/>
                      </a:lnTo>
                      <a:lnTo>
                        <a:pt x="416433" y="595027"/>
                      </a:lnTo>
                      <a:lnTo>
                        <a:pt x="356902" y="595027"/>
                      </a:lnTo>
                      <a:lnTo>
                        <a:pt x="356902" y="624745"/>
                      </a:lnTo>
                      <a:lnTo>
                        <a:pt x="267557" y="624745"/>
                      </a:lnTo>
                      <a:lnTo>
                        <a:pt x="267557" y="595027"/>
                      </a:lnTo>
                      <a:lnTo>
                        <a:pt x="237839" y="595027"/>
                      </a:lnTo>
                      <a:lnTo>
                        <a:pt x="237839" y="535496"/>
                      </a:lnTo>
                      <a:lnTo>
                        <a:pt x="267557" y="535496"/>
                      </a:lnTo>
                      <a:lnTo>
                        <a:pt x="267557" y="475964"/>
                      </a:lnTo>
                      <a:lnTo>
                        <a:pt x="237839" y="475964"/>
                      </a:lnTo>
                      <a:lnTo>
                        <a:pt x="237839" y="505682"/>
                      </a:lnTo>
                      <a:lnTo>
                        <a:pt x="208121" y="505682"/>
                      </a:lnTo>
                      <a:lnTo>
                        <a:pt x="208121" y="535400"/>
                      </a:lnTo>
                      <a:lnTo>
                        <a:pt x="118777" y="535400"/>
                      </a:lnTo>
                      <a:lnTo>
                        <a:pt x="118777" y="505682"/>
                      </a:lnTo>
                      <a:lnTo>
                        <a:pt x="89059" y="505682"/>
                      </a:lnTo>
                      <a:lnTo>
                        <a:pt x="89059" y="356902"/>
                      </a:lnTo>
                      <a:lnTo>
                        <a:pt x="118777" y="356902"/>
                      </a:lnTo>
                      <a:lnTo>
                        <a:pt x="118777" y="297371"/>
                      </a:lnTo>
                      <a:lnTo>
                        <a:pt x="148495" y="297371"/>
                      </a:lnTo>
                      <a:lnTo>
                        <a:pt x="148495" y="267653"/>
                      </a:lnTo>
                      <a:lnTo>
                        <a:pt x="178213" y="267653"/>
                      </a:lnTo>
                      <a:lnTo>
                        <a:pt x="178213" y="237935"/>
                      </a:lnTo>
                      <a:lnTo>
                        <a:pt x="267557" y="237935"/>
                      </a:lnTo>
                      <a:lnTo>
                        <a:pt x="267557" y="267653"/>
                      </a:lnTo>
                      <a:lnTo>
                        <a:pt x="297275" y="267653"/>
                      </a:lnTo>
                      <a:lnTo>
                        <a:pt x="297275" y="297371"/>
                      </a:lnTo>
                      <a:lnTo>
                        <a:pt x="326993" y="297371"/>
                      </a:lnTo>
                      <a:lnTo>
                        <a:pt x="326993" y="356902"/>
                      </a:lnTo>
                      <a:lnTo>
                        <a:pt x="297275" y="356902"/>
                      </a:lnTo>
                      <a:lnTo>
                        <a:pt x="297275" y="416433"/>
                      </a:lnTo>
                      <a:lnTo>
                        <a:pt x="267557" y="416433"/>
                      </a:lnTo>
                      <a:lnTo>
                        <a:pt x="267557" y="475964"/>
                      </a:lnTo>
                      <a:lnTo>
                        <a:pt x="297275" y="475964"/>
                      </a:lnTo>
                      <a:lnTo>
                        <a:pt x="297275" y="446246"/>
                      </a:lnTo>
                      <a:lnTo>
                        <a:pt x="326993" y="446246"/>
                      </a:lnTo>
                      <a:lnTo>
                        <a:pt x="326993" y="416528"/>
                      </a:lnTo>
                      <a:lnTo>
                        <a:pt x="356711" y="416528"/>
                      </a:lnTo>
                      <a:lnTo>
                        <a:pt x="356711" y="386810"/>
                      </a:lnTo>
                      <a:lnTo>
                        <a:pt x="386429" y="386810"/>
                      </a:lnTo>
                      <a:lnTo>
                        <a:pt x="386429" y="416528"/>
                      </a:lnTo>
                      <a:lnTo>
                        <a:pt x="416147" y="416528"/>
                      </a:lnTo>
                      <a:lnTo>
                        <a:pt x="416147" y="476060"/>
                      </a:lnTo>
                      <a:lnTo>
                        <a:pt x="445865" y="476060"/>
                      </a:lnTo>
                      <a:lnTo>
                        <a:pt x="445865" y="565404"/>
                      </a:lnTo>
                      <a:close/>
                      <a:moveTo>
                        <a:pt x="743807" y="446246"/>
                      </a:moveTo>
                      <a:lnTo>
                        <a:pt x="714089" y="446246"/>
                      </a:lnTo>
                      <a:lnTo>
                        <a:pt x="714089" y="475964"/>
                      </a:lnTo>
                      <a:lnTo>
                        <a:pt x="684371" y="475964"/>
                      </a:lnTo>
                      <a:lnTo>
                        <a:pt x="684371" y="505682"/>
                      </a:lnTo>
                      <a:lnTo>
                        <a:pt x="654653" y="505682"/>
                      </a:lnTo>
                      <a:lnTo>
                        <a:pt x="654653" y="535400"/>
                      </a:lnTo>
                      <a:lnTo>
                        <a:pt x="535591" y="535400"/>
                      </a:lnTo>
                      <a:lnTo>
                        <a:pt x="535591" y="505682"/>
                      </a:lnTo>
                      <a:lnTo>
                        <a:pt x="505873" y="505682"/>
                      </a:lnTo>
                      <a:lnTo>
                        <a:pt x="505873" y="475964"/>
                      </a:lnTo>
                      <a:lnTo>
                        <a:pt x="476155" y="475964"/>
                      </a:lnTo>
                      <a:lnTo>
                        <a:pt x="476155" y="446246"/>
                      </a:lnTo>
                      <a:lnTo>
                        <a:pt x="446437" y="446246"/>
                      </a:lnTo>
                      <a:lnTo>
                        <a:pt x="446437" y="356902"/>
                      </a:lnTo>
                      <a:lnTo>
                        <a:pt x="416719" y="356902"/>
                      </a:lnTo>
                      <a:lnTo>
                        <a:pt x="416719" y="297371"/>
                      </a:lnTo>
                      <a:lnTo>
                        <a:pt x="446437" y="297371"/>
                      </a:lnTo>
                      <a:lnTo>
                        <a:pt x="446437" y="267653"/>
                      </a:lnTo>
                      <a:lnTo>
                        <a:pt x="476155" y="267653"/>
                      </a:lnTo>
                      <a:lnTo>
                        <a:pt x="476155" y="237935"/>
                      </a:lnTo>
                      <a:lnTo>
                        <a:pt x="535686" y="237935"/>
                      </a:lnTo>
                      <a:lnTo>
                        <a:pt x="535686" y="208217"/>
                      </a:lnTo>
                      <a:lnTo>
                        <a:pt x="654748" y="208217"/>
                      </a:lnTo>
                      <a:lnTo>
                        <a:pt x="654748" y="237935"/>
                      </a:lnTo>
                      <a:lnTo>
                        <a:pt x="714280" y="237935"/>
                      </a:lnTo>
                      <a:lnTo>
                        <a:pt x="714280" y="267653"/>
                      </a:lnTo>
                      <a:lnTo>
                        <a:pt x="743998" y="267653"/>
                      </a:lnTo>
                      <a:lnTo>
                        <a:pt x="743998" y="446246"/>
                      </a:lnTo>
                      <a:close/>
                      <a:moveTo>
                        <a:pt x="1011650" y="624840"/>
                      </a:moveTo>
                      <a:lnTo>
                        <a:pt x="922306" y="624840"/>
                      </a:lnTo>
                      <a:lnTo>
                        <a:pt x="922306" y="595122"/>
                      </a:lnTo>
                      <a:lnTo>
                        <a:pt x="862774" y="595122"/>
                      </a:lnTo>
                      <a:lnTo>
                        <a:pt x="862774" y="565404"/>
                      </a:lnTo>
                      <a:lnTo>
                        <a:pt x="833056" y="565404"/>
                      </a:lnTo>
                      <a:lnTo>
                        <a:pt x="833056" y="535686"/>
                      </a:lnTo>
                      <a:lnTo>
                        <a:pt x="803338" y="535686"/>
                      </a:lnTo>
                      <a:lnTo>
                        <a:pt x="803338" y="476155"/>
                      </a:lnTo>
                      <a:lnTo>
                        <a:pt x="833056" y="476155"/>
                      </a:lnTo>
                      <a:lnTo>
                        <a:pt x="833056" y="297561"/>
                      </a:lnTo>
                      <a:lnTo>
                        <a:pt x="803338" y="297561"/>
                      </a:lnTo>
                      <a:lnTo>
                        <a:pt x="803338" y="238030"/>
                      </a:lnTo>
                      <a:lnTo>
                        <a:pt x="833056" y="238030"/>
                      </a:lnTo>
                      <a:lnTo>
                        <a:pt x="833056" y="208312"/>
                      </a:lnTo>
                      <a:lnTo>
                        <a:pt x="862774" y="208312"/>
                      </a:lnTo>
                      <a:lnTo>
                        <a:pt x="862774" y="238030"/>
                      </a:lnTo>
                      <a:lnTo>
                        <a:pt x="833056" y="238030"/>
                      </a:lnTo>
                      <a:lnTo>
                        <a:pt x="833056" y="297561"/>
                      </a:lnTo>
                      <a:lnTo>
                        <a:pt x="862774" y="297561"/>
                      </a:lnTo>
                      <a:lnTo>
                        <a:pt x="862774" y="476155"/>
                      </a:lnTo>
                      <a:lnTo>
                        <a:pt x="833056" y="476155"/>
                      </a:lnTo>
                      <a:lnTo>
                        <a:pt x="833056" y="535686"/>
                      </a:lnTo>
                      <a:lnTo>
                        <a:pt x="862774" y="535686"/>
                      </a:lnTo>
                      <a:lnTo>
                        <a:pt x="862774" y="565404"/>
                      </a:lnTo>
                      <a:lnTo>
                        <a:pt x="922306" y="565404"/>
                      </a:lnTo>
                      <a:lnTo>
                        <a:pt x="922306" y="595122"/>
                      </a:lnTo>
                      <a:lnTo>
                        <a:pt x="1011650" y="595122"/>
                      </a:lnTo>
                      <a:lnTo>
                        <a:pt x="1011650" y="6248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8" name="Google Shape;1148;p26"/>
                <p:cNvSpPr/>
                <p:nvPr/>
              </p:nvSpPr>
              <p:spPr>
                <a:xfrm>
                  <a:off x="7047357" y="4798218"/>
                  <a:ext cx="89249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249" h="119062" extrusionOk="0">
                      <a:moveTo>
                        <a:pt x="89249" y="0"/>
                      </a:moveTo>
                      <a:lnTo>
                        <a:pt x="89249" y="89249"/>
                      </a:lnTo>
                      <a:lnTo>
                        <a:pt x="29718" y="89249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lnTo>
                        <a:pt x="0" y="59531"/>
                      </a:lnTo>
                      <a:lnTo>
                        <a:pt x="29718" y="59531"/>
                      </a:lnTo>
                      <a:lnTo>
                        <a:pt x="29718" y="29813"/>
                      </a:lnTo>
                      <a:lnTo>
                        <a:pt x="59436" y="29813"/>
                      </a:lnTo>
                      <a:lnTo>
                        <a:pt x="59436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9" name="Google Shape;1149;p26"/>
                <p:cNvSpPr/>
                <p:nvPr/>
              </p:nvSpPr>
              <p:spPr>
                <a:xfrm>
                  <a:off x="6987730" y="4857749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0" name="Google Shape;1150;p26"/>
                <p:cNvSpPr/>
                <p:nvPr/>
              </p:nvSpPr>
              <p:spPr>
                <a:xfrm>
                  <a:off x="6838950" y="4589906"/>
                  <a:ext cx="178593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3" h="238125" extrusionOk="0">
                      <a:moveTo>
                        <a:pt x="178594" y="29718"/>
                      </a:moveTo>
                      <a:lnTo>
                        <a:pt x="178594" y="89249"/>
                      </a:lnTo>
                      <a:lnTo>
                        <a:pt x="148780" y="89249"/>
                      </a:lnTo>
                      <a:lnTo>
                        <a:pt x="148780" y="148780"/>
                      </a:lnTo>
                      <a:lnTo>
                        <a:pt x="119063" y="148780"/>
                      </a:lnTo>
                      <a:lnTo>
                        <a:pt x="119063" y="208312"/>
                      </a:lnTo>
                      <a:lnTo>
                        <a:pt x="89345" y="208312"/>
                      </a:lnTo>
                      <a:lnTo>
                        <a:pt x="89345" y="238125"/>
                      </a:lnTo>
                      <a:lnTo>
                        <a:pt x="0" y="238125"/>
                      </a:lnTo>
                      <a:lnTo>
                        <a:pt x="0" y="89249"/>
                      </a:lnTo>
                      <a:lnTo>
                        <a:pt x="29718" y="89249"/>
                      </a:lnTo>
                      <a:lnTo>
                        <a:pt x="29718" y="29718"/>
                      </a:lnTo>
                      <a:lnTo>
                        <a:pt x="59531" y="29718"/>
                      </a:lnTo>
                      <a:lnTo>
                        <a:pt x="59531" y="0"/>
                      </a:ln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178594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1" name="Google Shape;1151;p26"/>
                <p:cNvSpPr/>
                <p:nvPr/>
              </p:nvSpPr>
              <p:spPr>
                <a:xfrm>
                  <a:off x="7017543" y="4738687"/>
                  <a:ext cx="89249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249" h="119062" extrusionOk="0">
                      <a:moveTo>
                        <a:pt x="89249" y="0"/>
                      </a:moveTo>
                      <a:lnTo>
                        <a:pt x="89249" y="59531"/>
                      </a:lnTo>
                      <a:lnTo>
                        <a:pt x="59531" y="59531"/>
                      </a:lnTo>
                      <a:lnTo>
                        <a:pt x="59531" y="89345"/>
                      </a:lnTo>
                      <a:lnTo>
                        <a:pt x="29813" y="89345"/>
                      </a:lnTo>
                      <a:lnTo>
                        <a:pt x="29813" y="119063"/>
                      </a:lnTo>
                      <a:lnTo>
                        <a:pt x="0" y="119063"/>
                      </a:lnTo>
                      <a:lnTo>
                        <a:pt x="0" y="59531"/>
                      </a:lnTo>
                      <a:lnTo>
                        <a:pt x="29813" y="59531"/>
                      </a:lnTo>
                      <a:lnTo>
                        <a:pt x="29813" y="29718"/>
                      </a:lnTo>
                      <a:lnTo>
                        <a:pt x="59531" y="29718"/>
                      </a:lnTo>
                      <a:lnTo>
                        <a:pt x="59531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2" name="Google Shape;1152;p26"/>
                <p:cNvSpPr/>
                <p:nvPr/>
              </p:nvSpPr>
              <p:spPr>
                <a:xfrm>
                  <a:off x="7166419" y="4560093"/>
                  <a:ext cx="267842" cy="267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842" h="267938" extrusionOk="0">
                      <a:moveTo>
                        <a:pt x="267843" y="29813"/>
                      </a:moveTo>
                      <a:lnTo>
                        <a:pt x="267843" y="208312"/>
                      </a:lnTo>
                      <a:lnTo>
                        <a:pt x="238125" y="208312"/>
                      </a:lnTo>
                      <a:lnTo>
                        <a:pt x="238125" y="238125"/>
                      </a:lnTo>
                      <a:lnTo>
                        <a:pt x="208312" y="238125"/>
                      </a:lnTo>
                      <a:lnTo>
                        <a:pt x="208312" y="267938"/>
                      </a:lnTo>
                      <a:lnTo>
                        <a:pt x="89249" y="267938"/>
                      </a:lnTo>
                      <a:lnTo>
                        <a:pt x="89249" y="238125"/>
                      </a:lnTo>
                      <a:lnTo>
                        <a:pt x="59436" y="238125"/>
                      </a:lnTo>
                      <a:lnTo>
                        <a:pt x="59436" y="208312"/>
                      </a:lnTo>
                      <a:lnTo>
                        <a:pt x="29718" y="208312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lnTo>
                        <a:pt x="0" y="59531"/>
                      </a:lnTo>
                      <a:lnTo>
                        <a:pt x="29718" y="59531"/>
                      </a:lnTo>
                      <a:lnTo>
                        <a:pt x="29718" y="29813"/>
                      </a:lnTo>
                      <a:lnTo>
                        <a:pt x="89249" y="29813"/>
                      </a:lnTo>
                      <a:lnTo>
                        <a:pt x="89249" y="0"/>
                      </a:lnTo>
                      <a:lnTo>
                        <a:pt x="208312" y="0"/>
                      </a:lnTo>
                      <a:lnTo>
                        <a:pt x="208312" y="29813"/>
                      </a:lnTo>
                      <a:lnTo>
                        <a:pt x="267843" y="2981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3" name="Google Shape;1153;p26"/>
                <p:cNvSpPr/>
                <p:nvPr/>
              </p:nvSpPr>
              <p:spPr>
                <a:xfrm>
                  <a:off x="6809232" y="4947094"/>
                  <a:ext cx="684561" cy="416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561" h="416623" extrusionOk="0">
                      <a:moveTo>
                        <a:pt x="684562" y="29718"/>
                      </a:moveTo>
                      <a:lnTo>
                        <a:pt x="684562" y="59436"/>
                      </a:lnTo>
                      <a:lnTo>
                        <a:pt x="654748" y="59436"/>
                      </a:lnTo>
                      <a:lnTo>
                        <a:pt x="654748" y="148780"/>
                      </a:lnTo>
                      <a:lnTo>
                        <a:pt x="625030" y="148780"/>
                      </a:lnTo>
                      <a:lnTo>
                        <a:pt x="625030" y="238125"/>
                      </a:lnTo>
                      <a:lnTo>
                        <a:pt x="595313" y="238125"/>
                      </a:lnTo>
                      <a:lnTo>
                        <a:pt x="595313" y="297561"/>
                      </a:lnTo>
                      <a:lnTo>
                        <a:pt x="565499" y="297561"/>
                      </a:lnTo>
                      <a:lnTo>
                        <a:pt x="565499" y="357188"/>
                      </a:lnTo>
                      <a:lnTo>
                        <a:pt x="595313" y="357188"/>
                      </a:lnTo>
                      <a:lnTo>
                        <a:pt x="595313" y="386905"/>
                      </a:lnTo>
                      <a:lnTo>
                        <a:pt x="565499" y="386905"/>
                      </a:lnTo>
                      <a:lnTo>
                        <a:pt x="565499" y="416623"/>
                      </a:lnTo>
                      <a:lnTo>
                        <a:pt x="29718" y="416623"/>
                      </a:lnTo>
                      <a:lnTo>
                        <a:pt x="29718" y="386905"/>
                      </a:lnTo>
                      <a:lnTo>
                        <a:pt x="0" y="386905"/>
                      </a:lnTo>
                      <a:lnTo>
                        <a:pt x="0" y="327374"/>
                      </a:lnTo>
                      <a:lnTo>
                        <a:pt x="29718" y="327374"/>
                      </a:lnTo>
                      <a:lnTo>
                        <a:pt x="29718" y="267843"/>
                      </a:lnTo>
                      <a:lnTo>
                        <a:pt x="59436" y="267843"/>
                      </a:lnTo>
                      <a:lnTo>
                        <a:pt x="59436" y="238125"/>
                      </a:lnTo>
                      <a:lnTo>
                        <a:pt x="178498" y="238125"/>
                      </a:lnTo>
                      <a:lnTo>
                        <a:pt x="178498" y="267843"/>
                      </a:lnTo>
                      <a:lnTo>
                        <a:pt x="267843" y="267843"/>
                      </a:lnTo>
                      <a:lnTo>
                        <a:pt x="267843" y="297561"/>
                      </a:lnTo>
                      <a:lnTo>
                        <a:pt x="416623" y="297561"/>
                      </a:lnTo>
                      <a:lnTo>
                        <a:pt x="416623" y="267843"/>
                      </a:lnTo>
                      <a:lnTo>
                        <a:pt x="476250" y="267843"/>
                      </a:lnTo>
                      <a:lnTo>
                        <a:pt x="476250" y="238125"/>
                      </a:lnTo>
                      <a:lnTo>
                        <a:pt x="505968" y="238125"/>
                      </a:lnTo>
                      <a:lnTo>
                        <a:pt x="505968" y="148780"/>
                      </a:lnTo>
                      <a:lnTo>
                        <a:pt x="535686" y="148780"/>
                      </a:lnTo>
                      <a:lnTo>
                        <a:pt x="535686" y="0"/>
                      </a:lnTo>
                      <a:lnTo>
                        <a:pt x="654748" y="0"/>
                      </a:lnTo>
                      <a:lnTo>
                        <a:pt x="654748" y="29718"/>
                      </a:lnTo>
                      <a:lnTo>
                        <a:pt x="684562" y="297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4" name="Google Shape;1154;p26"/>
                <p:cNvSpPr/>
                <p:nvPr/>
              </p:nvSpPr>
              <p:spPr>
                <a:xfrm>
                  <a:off x="7344918" y="4917280"/>
                  <a:ext cx="119062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29718" extrusionOk="0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5" name="Google Shape;1155;p26"/>
                <p:cNvSpPr/>
                <p:nvPr/>
              </p:nvSpPr>
              <p:spPr>
                <a:xfrm>
                  <a:off x="7255668" y="4798218"/>
                  <a:ext cx="119062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29718" extrusionOk="0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6" name="Google Shape;1156;p26"/>
                <p:cNvSpPr/>
                <p:nvPr/>
              </p:nvSpPr>
              <p:spPr>
                <a:xfrm>
                  <a:off x="7344918" y="476840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7" name="Google Shape;1157;p26"/>
                <p:cNvSpPr/>
                <p:nvPr/>
              </p:nvSpPr>
              <p:spPr>
                <a:xfrm>
                  <a:off x="7255668" y="476840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8" name="Google Shape;1158;p26"/>
                <p:cNvSpPr/>
                <p:nvPr/>
              </p:nvSpPr>
              <p:spPr>
                <a:xfrm>
                  <a:off x="7315200" y="4738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9" name="Google Shape;1159;p26"/>
                <p:cNvSpPr/>
                <p:nvPr/>
              </p:nvSpPr>
              <p:spPr>
                <a:xfrm>
                  <a:off x="7196137" y="4708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0" name="Google Shape;1160;p26"/>
                <p:cNvSpPr/>
                <p:nvPr/>
              </p:nvSpPr>
              <p:spPr>
                <a:xfrm>
                  <a:off x="7374731" y="4738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1" name="Google Shape;1161;p26"/>
                <p:cNvSpPr/>
                <p:nvPr/>
              </p:nvSpPr>
              <p:spPr>
                <a:xfrm>
                  <a:off x="7404544" y="4708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2" name="Google Shape;1162;p26"/>
                <p:cNvSpPr/>
                <p:nvPr/>
              </p:nvSpPr>
              <p:spPr>
                <a:xfrm>
                  <a:off x="7344918" y="4708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3" name="Google Shape;1163;p26"/>
                <p:cNvSpPr/>
                <p:nvPr/>
              </p:nvSpPr>
              <p:spPr>
                <a:xfrm>
                  <a:off x="7285482" y="4679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4" name="Google Shape;1164;p26"/>
                <p:cNvSpPr/>
                <p:nvPr/>
              </p:nvSpPr>
              <p:spPr>
                <a:xfrm>
                  <a:off x="7374731" y="4679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5" name="Google Shape;1165;p26"/>
                <p:cNvSpPr/>
                <p:nvPr/>
              </p:nvSpPr>
              <p:spPr>
                <a:xfrm>
                  <a:off x="7374731" y="461962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6" name="Google Shape;1166;p26"/>
                <p:cNvSpPr/>
                <p:nvPr/>
              </p:nvSpPr>
              <p:spPr>
                <a:xfrm>
                  <a:off x="7404544" y="4589906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7" name="Google Shape;1167;p26"/>
                <p:cNvSpPr/>
                <p:nvPr/>
              </p:nvSpPr>
              <p:spPr>
                <a:xfrm>
                  <a:off x="7285482" y="4738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8" name="Google Shape;1168;p26"/>
                <p:cNvSpPr/>
                <p:nvPr/>
              </p:nvSpPr>
              <p:spPr>
                <a:xfrm>
                  <a:off x="7225855" y="4738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9" name="Google Shape;1169;p26"/>
                <p:cNvSpPr/>
                <p:nvPr/>
              </p:nvSpPr>
              <p:spPr>
                <a:xfrm>
                  <a:off x="7225855" y="4768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0" name="Google Shape;1170;p26"/>
                <p:cNvSpPr/>
                <p:nvPr/>
              </p:nvSpPr>
              <p:spPr>
                <a:xfrm>
                  <a:off x="6868668" y="4798218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1" name="Google Shape;1171;p26"/>
                <p:cNvSpPr/>
                <p:nvPr/>
              </p:nvSpPr>
              <p:spPr>
                <a:xfrm>
                  <a:off x="6898481" y="476840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2" name="Google Shape;1172;p26"/>
                <p:cNvSpPr/>
                <p:nvPr/>
              </p:nvSpPr>
              <p:spPr>
                <a:xfrm>
                  <a:off x="6928294" y="4738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3" name="Google Shape;1173;p26"/>
                <p:cNvSpPr/>
                <p:nvPr/>
              </p:nvSpPr>
              <p:spPr>
                <a:xfrm>
                  <a:off x="6958012" y="4679155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4" name="Google Shape;1174;p26"/>
                <p:cNvSpPr/>
                <p:nvPr/>
              </p:nvSpPr>
              <p:spPr>
                <a:xfrm>
                  <a:off x="6987730" y="4619624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5" name="Google Shape;1175;p26"/>
                <p:cNvSpPr/>
                <p:nvPr/>
              </p:nvSpPr>
              <p:spPr>
                <a:xfrm>
                  <a:off x="6928294" y="4679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6" name="Google Shape;1176;p26"/>
                <p:cNvSpPr/>
                <p:nvPr/>
              </p:nvSpPr>
              <p:spPr>
                <a:xfrm>
                  <a:off x="6898481" y="4708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7" name="Google Shape;1177;p26"/>
                <p:cNvSpPr/>
                <p:nvPr/>
              </p:nvSpPr>
              <p:spPr>
                <a:xfrm>
                  <a:off x="6868668" y="4738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8" name="Google Shape;1178;p26"/>
                <p:cNvSpPr/>
                <p:nvPr/>
              </p:nvSpPr>
              <p:spPr>
                <a:xfrm>
                  <a:off x="6838950" y="4768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9" name="Google Shape;1179;p26"/>
                <p:cNvSpPr/>
                <p:nvPr/>
              </p:nvSpPr>
              <p:spPr>
                <a:xfrm>
                  <a:off x="6868668" y="4679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0" name="Google Shape;1180;p26"/>
                <p:cNvSpPr/>
                <p:nvPr/>
              </p:nvSpPr>
              <p:spPr>
                <a:xfrm>
                  <a:off x="6868668" y="506615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6928294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2" name="Google Shape;1182;p26"/>
                <p:cNvSpPr/>
                <p:nvPr/>
              </p:nvSpPr>
              <p:spPr>
                <a:xfrm>
                  <a:off x="6987730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3" name="Google Shape;1183;p26"/>
                <p:cNvSpPr/>
                <p:nvPr/>
              </p:nvSpPr>
              <p:spPr>
                <a:xfrm>
                  <a:off x="7047357" y="506615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7077075" y="51255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5" name="Google Shape;1185;p26"/>
                <p:cNvSpPr/>
                <p:nvPr/>
              </p:nvSpPr>
              <p:spPr>
                <a:xfrm>
                  <a:off x="7106793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6" name="Google Shape;1186;p26"/>
                <p:cNvSpPr/>
                <p:nvPr/>
              </p:nvSpPr>
              <p:spPr>
                <a:xfrm>
                  <a:off x="7166419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>
                  <a:off x="7225855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8" name="Google Shape;1188;p26"/>
                <p:cNvSpPr/>
                <p:nvPr/>
              </p:nvSpPr>
              <p:spPr>
                <a:xfrm>
                  <a:off x="7255668" y="5155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9" name="Google Shape;1189;p26"/>
                <p:cNvSpPr/>
                <p:nvPr/>
              </p:nvSpPr>
              <p:spPr>
                <a:xfrm>
                  <a:off x="6868668" y="5333999"/>
                  <a:ext cx="50596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968" h="29718" extrusionOk="0">
                      <a:moveTo>
                        <a:pt x="0" y="0"/>
                      </a:moveTo>
                      <a:lnTo>
                        <a:pt x="505968" y="0"/>
                      </a:lnTo>
                      <a:lnTo>
                        <a:pt x="50596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0" name="Google Shape;1190;p26"/>
                <p:cNvSpPr/>
                <p:nvPr/>
              </p:nvSpPr>
              <p:spPr>
                <a:xfrm>
                  <a:off x="7285482" y="5304281"/>
                  <a:ext cx="119062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29718" extrusionOk="0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1" name="Google Shape;1191;p26"/>
                <p:cNvSpPr/>
                <p:nvPr/>
              </p:nvSpPr>
              <p:spPr>
                <a:xfrm>
                  <a:off x="7136606" y="5304281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2" name="Google Shape;1192;p26"/>
                <p:cNvSpPr/>
                <p:nvPr/>
              </p:nvSpPr>
              <p:spPr>
                <a:xfrm>
                  <a:off x="7077075" y="530428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3" name="Google Shape;1193;p26"/>
                <p:cNvSpPr/>
                <p:nvPr/>
              </p:nvSpPr>
              <p:spPr>
                <a:xfrm>
                  <a:off x="7017543" y="530428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4" name="Google Shape;1194;p26"/>
                <p:cNvSpPr/>
                <p:nvPr/>
              </p:nvSpPr>
              <p:spPr>
                <a:xfrm>
                  <a:off x="6958012" y="530428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>
                  <a:off x="6987730" y="527446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7047357" y="527446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7106793" y="527446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8" name="Google Shape;1198;p26"/>
                <p:cNvSpPr/>
                <p:nvPr/>
              </p:nvSpPr>
              <p:spPr>
                <a:xfrm>
                  <a:off x="7166419" y="527446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9" name="Google Shape;1199;p26"/>
                <p:cNvSpPr/>
                <p:nvPr/>
              </p:nvSpPr>
              <p:spPr>
                <a:xfrm>
                  <a:off x="7225855" y="527446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7255668" y="530428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1" name="Google Shape;1201;p26"/>
                <p:cNvSpPr/>
                <p:nvPr/>
              </p:nvSpPr>
              <p:spPr>
                <a:xfrm>
                  <a:off x="7285482" y="527446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2" name="Google Shape;1202;p26"/>
                <p:cNvSpPr/>
                <p:nvPr/>
              </p:nvSpPr>
              <p:spPr>
                <a:xfrm>
                  <a:off x="7344918" y="527446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7315200" y="52446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4" name="Google Shape;1204;p26"/>
                <p:cNvSpPr/>
                <p:nvPr/>
              </p:nvSpPr>
              <p:spPr>
                <a:xfrm>
                  <a:off x="7255668" y="52446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5" name="Google Shape;1205;p26"/>
                <p:cNvSpPr/>
                <p:nvPr/>
              </p:nvSpPr>
              <p:spPr>
                <a:xfrm>
                  <a:off x="7285482" y="52149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7344918" y="52149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7" name="Google Shape;1207;p26"/>
                <p:cNvSpPr/>
                <p:nvPr/>
              </p:nvSpPr>
              <p:spPr>
                <a:xfrm>
                  <a:off x="7374731" y="494709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8" name="Google Shape;1208;p26"/>
                <p:cNvSpPr/>
                <p:nvPr/>
              </p:nvSpPr>
              <p:spPr>
                <a:xfrm>
                  <a:off x="7434262" y="494709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9" name="Google Shape;1209;p26"/>
                <p:cNvSpPr/>
                <p:nvPr/>
              </p:nvSpPr>
              <p:spPr>
                <a:xfrm>
                  <a:off x="7344918" y="494709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0" name="Google Shape;1210;p26"/>
                <p:cNvSpPr/>
                <p:nvPr/>
              </p:nvSpPr>
              <p:spPr>
                <a:xfrm>
                  <a:off x="7344918" y="497681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1" name="Google Shape;1211;p26"/>
                <p:cNvSpPr/>
                <p:nvPr/>
              </p:nvSpPr>
              <p:spPr>
                <a:xfrm>
                  <a:off x="7404544" y="494709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2" name="Google Shape;1212;p26"/>
                <p:cNvSpPr/>
                <p:nvPr/>
              </p:nvSpPr>
              <p:spPr>
                <a:xfrm>
                  <a:off x="7374731" y="50065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3" name="Google Shape;1213;p26"/>
                <p:cNvSpPr/>
                <p:nvPr/>
              </p:nvSpPr>
              <p:spPr>
                <a:xfrm>
                  <a:off x="6898481" y="497681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4" name="Google Shape;1214;p26"/>
                <p:cNvSpPr/>
                <p:nvPr/>
              </p:nvSpPr>
              <p:spPr>
                <a:xfrm>
                  <a:off x="7106793" y="45302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5" name="Google Shape;1215;p26"/>
                <p:cNvSpPr/>
                <p:nvPr/>
              </p:nvSpPr>
              <p:spPr>
                <a:xfrm>
                  <a:off x="7077075" y="456009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6" name="Google Shape;1216;p26"/>
                <p:cNvSpPr/>
                <p:nvPr/>
              </p:nvSpPr>
              <p:spPr>
                <a:xfrm>
                  <a:off x="7077075" y="45302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7" name="Google Shape;1217;p26"/>
                <p:cNvSpPr/>
                <p:nvPr/>
              </p:nvSpPr>
              <p:spPr>
                <a:xfrm>
                  <a:off x="7047357" y="450056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8" name="Google Shape;1218;p26"/>
                <p:cNvSpPr/>
                <p:nvPr/>
              </p:nvSpPr>
              <p:spPr>
                <a:xfrm>
                  <a:off x="7106793" y="447084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9" name="Google Shape;1219;p26"/>
                <p:cNvSpPr/>
                <p:nvPr/>
              </p:nvSpPr>
              <p:spPr>
                <a:xfrm>
                  <a:off x="6838950" y="50065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0" name="Google Shape;1220;p26"/>
                <p:cNvSpPr/>
                <p:nvPr/>
              </p:nvSpPr>
              <p:spPr>
                <a:xfrm>
                  <a:off x="6838950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1" name="Google Shape;1221;p26"/>
                <p:cNvSpPr/>
                <p:nvPr/>
              </p:nvSpPr>
              <p:spPr>
                <a:xfrm>
                  <a:off x="6809232" y="50065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222;p26"/>
                <p:cNvSpPr/>
                <p:nvPr/>
              </p:nvSpPr>
              <p:spPr>
                <a:xfrm>
                  <a:off x="6838950" y="497681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223;p26"/>
                <p:cNvSpPr/>
                <p:nvPr/>
              </p:nvSpPr>
              <p:spPr>
                <a:xfrm>
                  <a:off x="6779418" y="497681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4" name="Google Shape;1224;p26"/>
                <p:cNvSpPr/>
                <p:nvPr/>
              </p:nvSpPr>
              <p:spPr>
                <a:xfrm>
                  <a:off x="6809232" y="494709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5" name="Google Shape;1225;p26"/>
                <p:cNvSpPr/>
                <p:nvPr/>
              </p:nvSpPr>
              <p:spPr>
                <a:xfrm>
                  <a:off x="6838950" y="49172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6" name="Google Shape;1226;p26"/>
                <p:cNvSpPr/>
                <p:nvPr/>
              </p:nvSpPr>
              <p:spPr>
                <a:xfrm>
                  <a:off x="6749605" y="494709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7" name="Google Shape;1227;p26"/>
                <p:cNvSpPr/>
                <p:nvPr/>
              </p:nvSpPr>
              <p:spPr>
                <a:xfrm rot="10800000">
                  <a:off x="7047357" y="500672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8" name="Google Shape;1228;p26"/>
                <p:cNvSpPr/>
                <p:nvPr/>
              </p:nvSpPr>
              <p:spPr>
                <a:xfrm rot="10800000">
                  <a:off x="7106983" y="500672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9" name="Google Shape;1229;p26"/>
                <p:cNvSpPr/>
                <p:nvPr/>
              </p:nvSpPr>
              <p:spPr>
                <a:xfrm rot="10800000">
                  <a:off x="7106983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26"/>
                <p:cNvSpPr/>
                <p:nvPr/>
              </p:nvSpPr>
              <p:spPr>
                <a:xfrm rot="10800000">
                  <a:off x="7166419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1" name="Google Shape;1231;p26"/>
                <p:cNvSpPr/>
                <p:nvPr/>
              </p:nvSpPr>
              <p:spPr>
                <a:xfrm rot="10800000">
                  <a:off x="7226046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2" name="Google Shape;1232;p26"/>
                <p:cNvSpPr/>
                <p:nvPr/>
              </p:nvSpPr>
              <p:spPr>
                <a:xfrm rot="10800000">
                  <a:off x="7196137" y="500672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3" name="Google Shape;1233;p26"/>
                <p:cNvSpPr/>
                <p:nvPr/>
              </p:nvSpPr>
              <p:spPr>
                <a:xfrm rot="10800000">
                  <a:off x="7285482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4" name="Google Shape;1234;p26"/>
                <p:cNvSpPr/>
                <p:nvPr/>
              </p:nvSpPr>
              <p:spPr>
                <a:xfrm rot="10800000">
                  <a:off x="7285482" y="506615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5" name="Google Shape;1235;p26"/>
                <p:cNvSpPr/>
                <p:nvPr/>
              </p:nvSpPr>
              <p:spPr>
                <a:xfrm rot="10800000">
                  <a:off x="7255668" y="500672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6" name="Google Shape;1236;p26"/>
                <p:cNvSpPr/>
                <p:nvPr/>
              </p:nvSpPr>
              <p:spPr>
                <a:xfrm>
                  <a:off x="6719887" y="49172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7" name="Google Shape;1237;p26"/>
                <p:cNvSpPr/>
                <p:nvPr/>
              </p:nvSpPr>
              <p:spPr>
                <a:xfrm>
                  <a:off x="6898481" y="494709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26"/>
                <p:cNvSpPr/>
                <p:nvPr/>
              </p:nvSpPr>
              <p:spPr>
                <a:xfrm>
                  <a:off x="7017543" y="497681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239;p26"/>
                <p:cNvSpPr/>
                <p:nvPr/>
              </p:nvSpPr>
              <p:spPr>
                <a:xfrm>
                  <a:off x="7047357" y="494709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p26"/>
                <p:cNvSpPr/>
                <p:nvPr/>
              </p:nvSpPr>
              <p:spPr>
                <a:xfrm>
                  <a:off x="7404544" y="5244655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1" name="Google Shape;1241;p26"/>
                <p:cNvSpPr/>
                <p:nvPr/>
              </p:nvSpPr>
              <p:spPr>
                <a:xfrm>
                  <a:off x="7434262" y="5185219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2" name="Google Shape;1242;p26"/>
                <p:cNvSpPr/>
                <p:nvPr/>
              </p:nvSpPr>
              <p:spPr>
                <a:xfrm>
                  <a:off x="7463980" y="5244655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p26"/>
                <p:cNvSpPr/>
                <p:nvPr/>
              </p:nvSpPr>
              <p:spPr>
                <a:xfrm>
                  <a:off x="7493793" y="52446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p26"/>
                <p:cNvSpPr/>
                <p:nvPr/>
              </p:nvSpPr>
              <p:spPr>
                <a:xfrm>
                  <a:off x="7493793" y="52149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26"/>
                <p:cNvSpPr/>
                <p:nvPr/>
              </p:nvSpPr>
              <p:spPr>
                <a:xfrm>
                  <a:off x="7523607" y="5244655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6" name="Google Shape;1246;p26"/>
                <p:cNvSpPr/>
                <p:nvPr/>
              </p:nvSpPr>
              <p:spPr>
                <a:xfrm>
                  <a:off x="7553325" y="5214937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7" name="Google Shape;1247;p26"/>
                <p:cNvSpPr/>
                <p:nvPr/>
              </p:nvSpPr>
              <p:spPr>
                <a:xfrm>
                  <a:off x="7463980" y="51852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8" name="Google Shape;1248;p26"/>
                <p:cNvSpPr/>
                <p:nvPr/>
              </p:nvSpPr>
              <p:spPr>
                <a:xfrm>
                  <a:off x="7612856" y="52446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9" name="Google Shape;1249;p26"/>
                <p:cNvSpPr/>
                <p:nvPr/>
              </p:nvSpPr>
              <p:spPr>
                <a:xfrm>
                  <a:off x="7583043" y="52149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0" name="Google Shape;1250;p26"/>
                <p:cNvSpPr/>
                <p:nvPr/>
              </p:nvSpPr>
              <p:spPr>
                <a:xfrm>
                  <a:off x="7612856" y="52149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1" name="Google Shape;1251;p26"/>
                <p:cNvSpPr/>
                <p:nvPr/>
              </p:nvSpPr>
              <p:spPr>
                <a:xfrm>
                  <a:off x="7583043" y="52446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2" name="Google Shape;1252;p26"/>
                <p:cNvSpPr/>
                <p:nvPr/>
              </p:nvSpPr>
              <p:spPr>
                <a:xfrm>
                  <a:off x="7583043" y="51852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3" name="Google Shape;1253;p26"/>
                <p:cNvSpPr/>
                <p:nvPr/>
              </p:nvSpPr>
              <p:spPr>
                <a:xfrm>
                  <a:off x="7642669" y="51852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4" name="Google Shape;1254;p26"/>
                <p:cNvSpPr/>
                <p:nvPr/>
              </p:nvSpPr>
              <p:spPr>
                <a:xfrm>
                  <a:off x="7672387" y="52149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5" name="Google Shape;1255;p26"/>
                <p:cNvSpPr/>
                <p:nvPr/>
              </p:nvSpPr>
              <p:spPr>
                <a:xfrm>
                  <a:off x="7702105" y="51852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6" name="Google Shape;1256;p26"/>
                <p:cNvSpPr/>
                <p:nvPr/>
              </p:nvSpPr>
              <p:spPr>
                <a:xfrm>
                  <a:off x="7672387" y="5155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7" name="Google Shape;1257;p26"/>
                <p:cNvSpPr/>
                <p:nvPr/>
              </p:nvSpPr>
              <p:spPr>
                <a:xfrm>
                  <a:off x="7702105" y="51255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8" name="Google Shape;1258;p26"/>
                <p:cNvSpPr/>
                <p:nvPr/>
              </p:nvSpPr>
              <p:spPr>
                <a:xfrm>
                  <a:off x="7761732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9" name="Google Shape;1259;p26"/>
                <p:cNvSpPr/>
                <p:nvPr/>
              </p:nvSpPr>
              <p:spPr>
                <a:xfrm>
                  <a:off x="7642669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0" name="Google Shape;1260;p26"/>
                <p:cNvSpPr/>
                <p:nvPr/>
              </p:nvSpPr>
              <p:spPr>
                <a:xfrm>
                  <a:off x="7612856" y="51255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1" name="Google Shape;1261;p26"/>
                <p:cNvSpPr/>
                <p:nvPr/>
              </p:nvSpPr>
              <p:spPr>
                <a:xfrm>
                  <a:off x="7553325" y="5155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2" name="Google Shape;1262;p26"/>
                <p:cNvSpPr/>
                <p:nvPr/>
              </p:nvSpPr>
              <p:spPr>
                <a:xfrm>
                  <a:off x="7523607" y="51255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3" name="Google Shape;1263;p26"/>
                <p:cNvSpPr/>
                <p:nvPr/>
              </p:nvSpPr>
              <p:spPr>
                <a:xfrm>
                  <a:off x="7493793" y="5155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4" name="Google Shape;1264;p26"/>
                <p:cNvSpPr/>
                <p:nvPr/>
              </p:nvSpPr>
              <p:spPr>
                <a:xfrm>
                  <a:off x="7523607" y="51852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5" name="Google Shape;1265;p26"/>
                <p:cNvSpPr/>
                <p:nvPr/>
              </p:nvSpPr>
              <p:spPr>
                <a:xfrm>
                  <a:off x="7434262" y="50065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6" name="Google Shape;1266;p26"/>
                <p:cNvSpPr/>
                <p:nvPr/>
              </p:nvSpPr>
              <p:spPr>
                <a:xfrm>
                  <a:off x="7344918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7" name="Google Shape;1267;p26"/>
                <p:cNvSpPr/>
                <p:nvPr/>
              </p:nvSpPr>
              <p:spPr>
                <a:xfrm>
                  <a:off x="7404544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8" name="Google Shape;1268;p26"/>
                <p:cNvSpPr/>
                <p:nvPr/>
              </p:nvSpPr>
              <p:spPr>
                <a:xfrm>
                  <a:off x="7404544" y="4976812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9" name="Google Shape;1269;p26"/>
                <p:cNvSpPr/>
                <p:nvPr/>
              </p:nvSpPr>
              <p:spPr>
                <a:xfrm>
                  <a:off x="7523607" y="497681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0" name="Google Shape;1270;p26"/>
                <p:cNvSpPr/>
                <p:nvPr/>
              </p:nvSpPr>
              <p:spPr>
                <a:xfrm>
                  <a:off x="7583043" y="50065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1" name="Google Shape;1271;p26"/>
                <p:cNvSpPr/>
                <p:nvPr/>
              </p:nvSpPr>
              <p:spPr>
                <a:xfrm>
                  <a:off x="7553325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2" name="Google Shape;1272;p26"/>
                <p:cNvSpPr/>
                <p:nvPr/>
              </p:nvSpPr>
              <p:spPr>
                <a:xfrm>
                  <a:off x="7493793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3" name="Google Shape;1273;p26"/>
                <p:cNvSpPr/>
                <p:nvPr/>
              </p:nvSpPr>
              <p:spPr>
                <a:xfrm>
                  <a:off x="7612856" y="5036343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4" name="Google Shape;1274;p26"/>
                <p:cNvSpPr/>
                <p:nvPr/>
              </p:nvSpPr>
              <p:spPr>
                <a:xfrm>
                  <a:off x="7493793" y="5006530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5" name="Google Shape;1275;p26"/>
                <p:cNvSpPr/>
                <p:nvPr/>
              </p:nvSpPr>
              <p:spPr>
                <a:xfrm>
                  <a:off x="7553325" y="4798218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6" name="Google Shape;1276;p26"/>
                <p:cNvSpPr/>
                <p:nvPr/>
              </p:nvSpPr>
              <p:spPr>
                <a:xfrm>
                  <a:off x="7553325" y="482803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7" name="Google Shape;1277;p26"/>
                <p:cNvSpPr/>
                <p:nvPr/>
              </p:nvSpPr>
              <p:spPr>
                <a:xfrm>
                  <a:off x="7612856" y="482803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8" name="Google Shape;1278;p26"/>
                <p:cNvSpPr/>
                <p:nvPr/>
              </p:nvSpPr>
              <p:spPr>
                <a:xfrm>
                  <a:off x="7583043" y="485774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26"/>
                <p:cNvSpPr/>
                <p:nvPr/>
              </p:nvSpPr>
              <p:spPr>
                <a:xfrm>
                  <a:off x="7642669" y="485774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0" name="Google Shape;1280;p26"/>
                <p:cNvSpPr/>
                <p:nvPr/>
              </p:nvSpPr>
              <p:spPr>
                <a:xfrm>
                  <a:off x="7642669" y="488746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1" name="Google Shape;1281;p26"/>
                <p:cNvSpPr/>
                <p:nvPr/>
              </p:nvSpPr>
              <p:spPr>
                <a:xfrm>
                  <a:off x="7612856" y="485774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2" name="Google Shape;1282;p26"/>
                <p:cNvSpPr/>
                <p:nvPr/>
              </p:nvSpPr>
              <p:spPr>
                <a:xfrm>
                  <a:off x="7642669" y="47982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3" name="Google Shape;1283;p26"/>
                <p:cNvSpPr/>
                <p:nvPr/>
              </p:nvSpPr>
              <p:spPr>
                <a:xfrm>
                  <a:off x="7672387" y="482803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4" name="Google Shape;1284;p26"/>
                <p:cNvSpPr/>
                <p:nvPr/>
              </p:nvSpPr>
              <p:spPr>
                <a:xfrm>
                  <a:off x="7702105" y="485774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5" name="Google Shape;1285;p26"/>
                <p:cNvSpPr/>
                <p:nvPr/>
              </p:nvSpPr>
              <p:spPr>
                <a:xfrm>
                  <a:off x="7731918" y="482803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6" name="Google Shape;1286;p26"/>
                <p:cNvSpPr/>
                <p:nvPr/>
              </p:nvSpPr>
              <p:spPr>
                <a:xfrm>
                  <a:off x="7791450" y="4828031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7" name="Google Shape;1287;p26"/>
                <p:cNvSpPr/>
                <p:nvPr/>
              </p:nvSpPr>
              <p:spPr>
                <a:xfrm>
                  <a:off x="7731918" y="4768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8" name="Google Shape;1288;p26"/>
                <p:cNvSpPr/>
                <p:nvPr/>
              </p:nvSpPr>
              <p:spPr>
                <a:xfrm>
                  <a:off x="7672387" y="4768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9" name="Google Shape;1289;p26"/>
                <p:cNvSpPr/>
                <p:nvPr/>
              </p:nvSpPr>
              <p:spPr>
                <a:xfrm>
                  <a:off x="7642669" y="4738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0" name="Google Shape;1290;p26"/>
                <p:cNvSpPr/>
                <p:nvPr/>
              </p:nvSpPr>
              <p:spPr>
                <a:xfrm>
                  <a:off x="7612856" y="4679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1" name="Google Shape;1291;p26"/>
                <p:cNvSpPr/>
                <p:nvPr/>
              </p:nvSpPr>
              <p:spPr>
                <a:xfrm>
                  <a:off x="7583043" y="4708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2" name="Google Shape;1292;p26"/>
                <p:cNvSpPr/>
                <p:nvPr/>
              </p:nvSpPr>
              <p:spPr>
                <a:xfrm>
                  <a:off x="7672387" y="488746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3" name="Google Shape;1293;p26"/>
                <p:cNvSpPr/>
                <p:nvPr/>
              </p:nvSpPr>
              <p:spPr>
                <a:xfrm>
                  <a:off x="7612856" y="4768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4" name="Google Shape;1294;p26"/>
                <p:cNvSpPr/>
                <p:nvPr/>
              </p:nvSpPr>
              <p:spPr>
                <a:xfrm>
                  <a:off x="7583043" y="4738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95" name="Google Shape;1295;p26"/>
              <p:cNvGrpSpPr/>
              <p:nvPr/>
            </p:nvGrpSpPr>
            <p:grpSpPr>
              <a:xfrm>
                <a:off x="7047357" y="3577780"/>
                <a:ext cx="476154" cy="833437"/>
                <a:chOff x="7047357" y="3577780"/>
                <a:chExt cx="476154" cy="833437"/>
              </a:xfrm>
            </p:grpSpPr>
            <p:sp>
              <p:nvSpPr>
                <p:cNvPr id="1296" name="Google Shape;1296;p26"/>
                <p:cNvSpPr/>
                <p:nvPr/>
              </p:nvSpPr>
              <p:spPr>
                <a:xfrm>
                  <a:off x="7077075" y="429215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7" name="Google Shape;1297;p26"/>
                <p:cNvSpPr/>
                <p:nvPr/>
              </p:nvSpPr>
              <p:spPr>
                <a:xfrm>
                  <a:off x="7136606" y="426243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8" name="Google Shape;1298;p26"/>
                <p:cNvSpPr/>
                <p:nvPr/>
              </p:nvSpPr>
              <p:spPr>
                <a:xfrm>
                  <a:off x="7196137" y="4173092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9" name="Google Shape;1299;p26"/>
                <p:cNvSpPr/>
                <p:nvPr/>
              </p:nvSpPr>
              <p:spPr>
                <a:xfrm>
                  <a:off x="7225855" y="4054030"/>
                  <a:ext cx="29718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119062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2"/>
                      </a:lnTo>
                      <a:lnTo>
                        <a:pt x="0" y="11906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0" name="Google Shape;1300;p26"/>
                <p:cNvSpPr/>
                <p:nvPr/>
              </p:nvSpPr>
              <p:spPr>
                <a:xfrm>
                  <a:off x="7404544" y="4054030"/>
                  <a:ext cx="29718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119062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2"/>
                      </a:lnTo>
                      <a:lnTo>
                        <a:pt x="0" y="11906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1" name="Google Shape;1301;p26"/>
                <p:cNvSpPr/>
                <p:nvPr/>
              </p:nvSpPr>
              <p:spPr>
                <a:xfrm>
                  <a:off x="7434262" y="3994594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2" name="Google Shape;1302;p26"/>
                <p:cNvSpPr/>
                <p:nvPr/>
              </p:nvSpPr>
              <p:spPr>
                <a:xfrm>
                  <a:off x="7404544" y="39647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3" name="Google Shape;1303;p26"/>
                <p:cNvSpPr/>
                <p:nvPr/>
              </p:nvSpPr>
              <p:spPr>
                <a:xfrm>
                  <a:off x="7196137" y="402431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4" name="Google Shape;1304;p26"/>
                <p:cNvSpPr/>
                <p:nvPr/>
              </p:nvSpPr>
              <p:spPr>
                <a:xfrm>
                  <a:off x="7344918" y="3994594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5" name="Google Shape;1305;p26"/>
                <p:cNvSpPr/>
                <p:nvPr/>
              </p:nvSpPr>
              <p:spPr>
                <a:xfrm>
                  <a:off x="7255668" y="3964780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6" name="Google Shape;1306;p26"/>
                <p:cNvSpPr/>
                <p:nvPr/>
              </p:nvSpPr>
              <p:spPr>
                <a:xfrm>
                  <a:off x="7344918" y="3964780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7" name="Google Shape;1307;p26"/>
                <p:cNvSpPr/>
                <p:nvPr/>
              </p:nvSpPr>
              <p:spPr>
                <a:xfrm>
                  <a:off x="7344918" y="393496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8" name="Google Shape;1308;p26"/>
                <p:cNvSpPr/>
                <p:nvPr/>
              </p:nvSpPr>
              <p:spPr>
                <a:xfrm>
                  <a:off x="7225855" y="399459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9" name="Google Shape;1309;p26"/>
                <p:cNvSpPr/>
                <p:nvPr/>
              </p:nvSpPr>
              <p:spPr>
                <a:xfrm>
                  <a:off x="7225855" y="4024312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0" name="Google Shape;1310;p26"/>
                <p:cNvSpPr/>
                <p:nvPr/>
              </p:nvSpPr>
              <p:spPr>
                <a:xfrm>
                  <a:off x="7255668" y="3994594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1" name="Google Shape;1311;p26"/>
                <p:cNvSpPr/>
                <p:nvPr/>
              </p:nvSpPr>
              <p:spPr>
                <a:xfrm>
                  <a:off x="7315200" y="402431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2" name="Google Shape;1312;p26"/>
                <p:cNvSpPr/>
                <p:nvPr/>
              </p:nvSpPr>
              <p:spPr>
                <a:xfrm>
                  <a:off x="7047357" y="432196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3" name="Google Shape;1313;p26"/>
                <p:cNvSpPr/>
                <p:nvPr/>
              </p:nvSpPr>
              <p:spPr>
                <a:xfrm>
                  <a:off x="7434262" y="435178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4" name="Google Shape;1314;p26"/>
                <p:cNvSpPr/>
                <p:nvPr/>
              </p:nvSpPr>
              <p:spPr>
                <a:xfrm>
                  <a:off x="7463980" y="435178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5" name="Google Shape;1315;p26"/>
                <p:cNvSpPr/>
                <p:nvPr/>
              </p:nvSpPr>
              <p:spPr>
                <a:xfrm>
                  <a:off x="7285482" y="4351781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6" name="Google Shape;1316;p26"/>
                <p:cNvSpPr/>
                <p:nvPr/>
              </p:nvSpPr>
              <p:spPr>
                <a:xfrm>
                  <a:off x="7166419" y="4321968"/>
                  <a:ext cx="119062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29718" extrusionOk="0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7" name="Google Shape;1317;p26"/>
                <p:cNvSpPr/>
                <p:nvPr/>
              </p:nvSpPr>
              <p:spPr>
                <a:xfrm>
                  <a:off x="7404544" y="432196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8" name="Google Shape;1318;p26"/>
                <p:cNvSpPr/>
                <p:nvPr/>
              </p:nvSpPr>
              <p:spPr>
                <a:xfrm>
                  <a:off x="7404544" y="42624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9" name="Google Shape;1319;p26"/>
                <p:cNvSpPr/>
                <p:nvPr/>
              </p:nvSpPr>
              <p:spPr>
                <a:xfrm>
                  <a:off x="7493793" y="432196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0" name="Google Shape;1320;p26"/>
                <p:cNvSpPr/>
                <p:nvPr/>
              </p:nvSpPr>
              <p:spPr>
                <a:xfrm>
                  <a:off x="7434262" y="429215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1" name="Google Shape;1321;p26"/>
                <p:cNvSpPr/>
                <p:nvPr/>
              </p:nvSpPr>
              <p:spPr>
                <a:xfrm>
                  <a:off x="7374731" y="4173092"/>
                  <a:ext cx="29718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89344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2" name="Google Shape;1322;p26"/>
                <p:cNvSpPr/>
                <p:nvPr/>
              </p:nvSpPr>
              <p:spPr>
                <a:xfrm>
                  <a:off x="7344918" y="4381499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3" name="Google Shape;1323;p26"/>
                <p:cNvSpPr/>
                <p:nvPr/>
              </p:nvSpPr>
              <p:spPr>
                <a:xfrm>
                  <a:off x="7077075" y="4351781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4" name="Google Shape;1324;p26"/>
                <p:cNvSpPr/>
                <p:nvPr/>
              </p:nvSpPr>
              <p:spPr>
                <a:xfrm>
                  <a:off x="7285482" y="3756469"/>
                  <a:ext cx="29718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38125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38125"/>
                      </a:lnTo>
                      <a:lnTo>
                        <a:pt x="0" y="2381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5" name="Google Shape;1325;p26"/>
                <p:cNvSpPr/>
                <p:nvPr/>
              </p:nvSpPr>
              <p:spPr>
                <a:xfrm>
                  <a:off x="7315200" y="38457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6" name="Google Shape;1326;p26"/>
                <p:cNvSpPr/>
                <p:nvPr/>
              </p:nvSpPr>
              <p:spPr>
                <a:xfrm>
                  <a:off x="7225855" y="38159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7" name="Google Shape;1327;p26"/>
                <p:cNvSpPr/>
                <p:nvPr/>
              </p:nvSpPr>
              <p:spPr>
                <a:xfrm>
                  <a:off x="7344918" y="38159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8" name="Google Shape;1328;p26"/>
                <p:cNvSpPr/>
                <p:nvPr/>
              </p:nvSpPr>
              <p:spPr>
                <a:xfrm>
                  <a:off x="7255668" y="38457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9" name="Google Shape;1329;p26"/>
                <p:cNvSpPr/>
                <p:nvPr/>
              </p:nvSpPr>
              <p:spPr>
                <a:xfrm>
                  <a:off x="7374731" y="3756469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0" name="Google Shape;1330;p26"/>
                <p:cNvSpPr/>
                <p:nvPr/>
              </p:nvSpPr>
              <p:spPr>
                <a:xfrm>
                  <a:off x="7196137" y="3756469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1" name="Google Shape;1331;p26"/>
                <p:cNvSpPr/>
                <p:nvPr/>
              </p:nvSpPr>
              <p:spPr>
                <a:xfrm>
                  <a:off x="7344918" y="3696842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2" name="Google Shape;1332;p26"/>
                <p:cNvSpPr/>
                <p:nvPr/>
              </p:nvSpPr>
              <p:spPr>
                <a:xfrm>
                  <a:off x="7225855" y="3696842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3" name="Google Shape;1333;p26"/>
                <p:cNvSpPr/>
                <p:nvPr/>
              </p:nvSpPr>
              <p:spPr>
                <a:xfrm>
                  <a:off x="7315200" y="3637406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4" name="Google Shape;1334;p26"/>
                <p:cNvSpPr/>
                <p:nvPr/>
              </p:nvSpPr>
              <p:spPr>
                <a:xfrm>
                  <a:off x="7255668" y="3637406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5" name="Google Shape;1335;p26"/>
                <p:cNvSpPr/>
                <p:nvPr/>
              </p:nvSpPr>
              <p:spPr>
                <a:xfrm>
                  <a:off x="7225855" y="3637406"/>
                  <a:ext cx="148875" cy="208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875" h="208311" extrusionOk="0">
                      <a:moveTo>
                        <a:pt x="148876" y="119063"/>
                      </a:moveTo>
                      <a:lnTo>
                        <a:pt x="148876" y="178498"/>
                      </a:lnTo>
                      <a:lnTo>
                        <a:pt x="119063" y="178498"/>
                      </a:lnTo>
                      <a:lnTo>
                        <a:pt x="119063" y="208312"/>
                      </a:lnTo>
                      <a:lnTo>
                        <a:pt x="89345" y="208312"/>
                      </a:lnTo>
                      <a:lnTo>
                        <a:pt x="89345" y="119063"/>
                      </a:lnTo>
                      <a:lnTo>
                        <a:pt x="59627" y="119063"/>
                      </a:lnTo>
                      <a:lnTo>
                        <a:pt x="59627" y="208312"/>
                      </a:lnTo>
                      <a:lnTo>
                        <a:pt x="29813" y="208312"/>
                      </a:lnTo>
                      <a:lnTo>
                        <a:pt x="29813" y="178498"/>
                      </a:lnTo>
                      <a:lnTo>
                        <a:pt x="0" y="178498"/>
                      </a:lnTo>
                      <a:lnTo>
                        <a:pt x="0" y="119063"/>
                      </a:lnTo>
                      <a:lnTo>
                        <a:pt x="29813" y="119063"/>
                      </a:lnTo>
                      <a:lnTo>
                        <a:pt x="29813" y="59436"/>
                      </a:lnTo>
                      <a:lnTo>
                        <a:pt x="59627" y="59436"/>
                      </a:lnTo>
                      <a:lnTo>
                        <a:pt x="59627" y="0"/>
                      </a:lnTo>
                      <a:lnTo>
                        <a:pt x="89345" y="0"/>
                      </a:lnTo>
                      <a:lnTo>
                        <a:pt x="89345" y="59436"/>
                      </a:lnTo>
                      <a:lnTo>
                        <a:pt x="119063" y="59436"/>
                      </a:lnTo>
                      <a:lnTo>
                        <a:pt x="119063" y="119063"/>
                      </a:lnTo>
                      <a:lnTo>
                        <a:pt x="148876" y="11906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6" name="Google Shape;1336;p26"/>
                <p:cNvSpPr/>
                <p:nvPr/>
              </p:nvSpPr>
              <p:spPr>
                <a:xfrm>
                  <a:off x="7285482" y="3577780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7" name="Google Shape;1337;p26"/>
                <p:cNvSpPr/>
                <p:nvPr/>
              </p:nvSpPr>
              <p:spPr>
                <a:xfrm>
                  <a:off x="7077075" y="3994594"/>
                  <a:ext cx="357187" cy="386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87" h="386905" extrusionOk="0">
                      <a:moveTo>
                        <a:pt x="297656" y="178498"/>
                      </a:moveTo>
                      <a:lnTo>
                        <a:pt x="297656" y="267843"/>
                      </a:lnTo>
                      <a:lnTo>
                        <a:pt x="327470" y="267843"/>
                      </a:lnTo>
                      <a:lnTo>
                        <a:pt x="327470" y="297561"/>
                      </a:lnTo>
                      <a:lnTo>
                        <a:pt x="357188" y="297561"/>
                      </a:lnTo>
                      <a:lnTo>
                        <a:pt x="357188" y="327374"/>
                      </a:lnTo>
                      <a:lnTo>
                        <a:pt x="327470" y="327374"/>
                      </a:lnTo>
                      <a:lnTo>
                        <a:pt x="327470" y="357188"/>
                      </a:lnTo>
                      <a:lnTo>
                        <a:pt x="357188" y="357188"/>
                      </a:lnTo>
                      <a:lnTo>
                        <a:pt x="357188" y="386905"/>
                      </a:lnTo>
                      <a:lnTo>
                        <a:pt x="267843" y="386905"/>
                      </a:lnTo>
                      <a:lnTo>
                        <a:pt x="267843" y="119063"/>
                      </a:lnTo>
                      <a:lnTo>
                        <a:pt x="238125" y="119063"/>
                      </a:lnTo>
                      <a:lnTo>
                        <a:pt x="238125" y="357188"/>
                      </a:lnTo>
                      <a:lnTo>
                        <a:pt x="208407" y="357188"/>
                      </a:lnTo>
                      <a:lnTo>
                        <a:pt x="208407" y="327374"/>
                      </a:lnTo>
                      <a:lnTo>
                        <a:pt x="89345" y="327374"/>
                      </a:lnTo>
                      <a:lnTo>
                        <a:pt x="89345" y="357188"/>
                      </a:lnTo>
                      <a:lnTo>
                        <a:pt x="0" y="357188"/>
                      </a:lnTo>
                      <a:lnTo>
                        <a:pt x="0" y="327374"/>
                      </a:lnTo>
                      <a:lnTo>
                        <a:pt x="59531" y="327374"/>
                      </a:lnTo>
                      <a:lnTo>
                        <a:pt x="59531" y="297561"/>
                      </a:lnTo>
                      <a:lnTo>
                        <a:pt x="119063" y="297561"/>
                      </a:lnTo>
                      <a:lnTo>
                        <a:pt x="119063" y="267843"/>
                      </a:lnTo>
                      <a:lnTo>
                        <a:pt x="148780" y="267843"/>
                      </a:lnTo>
                      <a:lnTo>
                        <a:pt x="148780" y="178498"/>
                      </a:lnTo>
                      <a:lnTo>
                        <a:pt x="178594" y="178498"/>
                      </a:lnTo>
                      <a:lnTo>
                        <a:pt x="178594" y="59436"/>
                      </a:lnTo>
                      <a:lnTo>
                        <a:pt x="267843" y="59436"/>
                      </a:lnTo>
                      <a:lnTo>
                        <a:pt x="267843" y="29718"/>
                      </a:lnTo>
                      <a:lnTo>
                        <a:pt x="327470" y="29718"/>
                      </a:lnTo>
                      <a:lnTo>
                        <a:pt x="327470" y="0"/>
                      </a:lnTo>
                      <a:lnTo>
                        <a:pt x="357188" y="0"/>
                      </a:lnTo>
                      <a:lnTo>
                        <a:pt x="357188" y="59436"/>
                      </a:lnTo>
                      <a:lnTo>
                        <a:pt x="327470" y="59436"/>
                      </a:lnTo>
                      <a:lnTo>
                        <a:pt x="327470" y="178498"/>
                      </a:lnTo>
                      <a:lnTo>
                        <a:pt x="297656" y="17849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8" name="Google Shape;1338;p26"/>
                <p:cNvSpPr/>
                <p:nvPr/>
              </p:nvSpPr>
              <p:spPr>
                <a:xfrm>
                  <a:off x="7315200" y="4113656"/>
                  <a:ext cx="29718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38125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38125"/>
                      </a:lnTo>
                      <a:lnTo>
                        <a:pt x="0" y="23812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9" name="Google Shape;1339;p26"/>
                <p:cNvSpPr/>
                <p:nvPr/>
              </p:nvSpPr>
              <p:spPr>
                <a:xfrm>
                  <a:off x="7285482" y="3756469"/>
                  <a:ext cx="29718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119062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0" name="Google Shape;1340;p26"/>
                <p:cNvSpPr/>
                <p:nvPr/>
              </p:nvSpPr>
              <p:spPr>
                <a:xfrm>
                  <a:off x="7315200" y="369684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1" name="Google Shape;1341;p26"/>
                <p:cNvSpPr/>
                <p:nvPr/>
              </p:nvSpPr>
              <p:spPr>
                <a:xfrm>
                  <a:off x="7344918" y="37564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2" name="Google Shape;1342;p26"/>
                <p:cNvSpPr/>
                <p:nvPr/>
              </p:nvSpPr>
              <p:spPr>
                <a:xfrm>
                  <a:off x="7315200" y="38159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3" name="Google Shape;1343;p26"/>
                <p:cNvSpPr/>
                <p:nvPr/>
              </p:nvSpPr>
              <p:spPr>
                <a:xfrm>
                  <a:off x="7255668" y="369684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4" name="Google Shape;1344;p26"/>
                <p:cNvSpPr/>
                <p:nvPr/>
              </p:nvSpPr>
              <p:spPr>
                <a:xfrm>
                  <a:off x="7404544" y="402431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45" name="Google Shape;1345;p26"/>
              <p:cNvGrpSpPr/>
              <p:nvPr/>
            </p:nvGrpSpPr>
            <p:grpSpPr>
              <a:xfrm>
                <a:off x="7106793" y="3845718"/>
                <a:ext cx="89344" cy="89249"/>
                <a:chOff x="7106793" y="3845718"/>
                <a:chExt cx="89344" cy="89249"/>
              </a:xfrm>
            </p:grpSpPr>
            <p:sp>
              <p:nvSpPr>
                <p:cNvPr id="1346" name="Google Shape;1346;p26"/>
                <p:cNvSpPr/>
                <p:nvPr/>
              </p:nvSpPr>
              <p:spPr>
                <a:xfrm>
                  <a:off x="7136606" y="38457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7" name="Google Shape;1347;p26"/>
                <p:cNvSpPr/>
                <p:nvPr/>
              </p:nvSpPr>
              <p:spPr>
                <a:xfrm>
                  <a:off x="7136606" y="390524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8" name="Google Shape;1348;p26"/>
                <p:cNvSpPr/>
                <p:nvPr/>
              </p:nvSpPr>
              <p:spPr>
                <a:xfrm>
                  <a:off x="7106793" y="387553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9" name="Google Shape;1349;p26"/>
                <p:cNvSpPr/>
                <p:nvPr/>
              </p:nvSpPr>
              <p:spPr>
                <a:xfrm>
                  <a:off x="7166419" y="387553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50" name="Google Shape;1350;p26"/>
              <p:cNvGrpSpPr/>
              <p:nvPr/>
            </p:nvGrpSpPr>
            <p:grpSpPr>
              <a:xfrm>
                <a:off x="7374731" y="3577780"/>
                <a:ext cx="89249" cy="89344"/>
                <a:chOff x="7374731" y="3577780"/>
                <a:chExt cx="89249" cy="89344"/>
              </a:xfrm>
            </p:grpSpPr>
            <p:sp>
              <p:nvSpPr>
                <p:cNvPr id="1351" name="Google Shape;1351;p26"/>
                <p:cNvSpPr/>
                <p:nvPr/>
              </p:nvSpPr>
              <p:spPr>
                <a:xfrm>
                  <a:off x="7404544" y="35777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2" name="Google Shape;1352;p26"/>
                <p:cNvSpPr/>
                <p:nvPr/>
              </p:nvSpPr>
              <p:spPr>
                <a:xfrm>
                  <a:off x="7404544" y="363740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3" name="Google Shape;1353;p26"/>
                <p:cNvSpPr/>
                <p:nvPr/>
              </p:nvSpPr>
              <p:spPr>
                <a:xfrm>
                  <a:off x="7374731" y="360759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4" name="Google Shape;1354;p26"/>
                <p:cNvSpPr/>
                <p:nvPr/>
              </p:nvSpPr>
              <p:spPr>
                <a:xfrm>
                  <a:off x="7434262" y="360759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55" name="Google Shape;1355;p26"/>
              <p:cNvGrpSpPr/>
              <p:nvPr/>
            </p:nvGrpSpPr>
            <p:grpSpPr>
              <a:xfrm>
                <a:off x="7225855" y="4500562"/>
                <a:ext cx="952500" cy="922686"/>
                <a:chOff x="7225855" y="4500562"/>
                <a:chExt cx="952500" cy="922686"/>
              </a:xfrm>
            </p:grpSpPr>
            <p:sp>
              <p:nvSpPr>
                <p:cNvPr id="1356" name="Google Shape;1356;p26"/>
                <p:cNvSpPr/>
                <p:nvPr/>
              </p:nvSpPr>
              <p:spPr>
                <a:xfrm>
                  <a:off x="7255668" y="536371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7" name="Google Shape;1357;p26"/>
                <p:cNvSpPr/>
                <p:nvPr/>
              </p:nvSpPr>
              <p:spPr>
                <a:xfrm>
                  <a:off x="7225855" y="533399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8" name="Google Shape;1358;p26"/>
                <p:cNvSpPr/>
                <p:nvPr/>
              </p:nvSpPr>
              <p:spPr>
                <a:xfrm>
                  <a:off x="7285482" y="53935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9" name="Google Shape;1359;p26"/>
                <p:cNvSpPr/>
                <p:nvPr/>
              </p:nvSpPr>
              <p:spPr>
                <a:xfrm>
                  <a:off x="7374731" y="533399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0" name="Google Shape;1360;p26"/>
                <p:cNvSpPr/>
                <p:nvPr/>
              </p:nvSpPr>
              <p:spPr>
                <a:xfrm>
                  <a:off x="7404544" y="530428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1" name="Google Shape;1361;p26"/>
                <p:cNvSpPr/>
                <p:nvPr/>
              </p:nvSpPr>
              <p:spPr>
                <a:xfrm>
                  <a:off x="7434262" y="5244655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2" name="Google Shape;1362;p26"/>
                <p:cNvSpPr/>
                <p:nvPr/>
              </p:nvSpPr>
              <p:spPr>
                <a:xfrm>
                  <a:off x="7463980" y="52149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3" name="Google Shape;1363;p26"/>
                <p:cNvSpPr/>
                <p:nvPr/>
              </p:nvSpPr>
              <p:spPr>
                <a:xfrm>
                  <a:off x="7493793" y="51852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4" name="Google Shape;1364;p26"/>
                <p:cNvSpPr/>
                <p:nvPr/>
              </p:nvSpPr>
              <p:spPr>
                <a:xfrm>
                  <a:off x="7523607" y="515540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5" name="Google Shape;1365;p26"/>
                <p:cNvSpPr/>
                <p:nvPr/>
              </p:nvSpPr>
              <p:spPr>
                <a:xfrm>
                  <a:off x="7255668" y="5274468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6" name="Google Shape;1366;p26"/>
                <p:cNvSpPr/>
                <p:nvPr/>
              </p:nvSpPr>
              <p:spPr>
                <a:xfrm>
                  <a:off x="7285482" y="52446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7" name="Google Shape;1367;p26"/>
                <p:cNvSpPr/>
                <p:nvPr/>
              </p:nvSpPr>
              <p:spPr>
                <a:xfrm>
                  <a:off x="7315200" y="52149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8" name="Google Shape;1368;p26"/>
                <p:cNvSpPr/>
                <p:nvPr/>
              </p:nvSpPr>
              <p:spPr>
                <a:xfrm>
                  <a:off x="7344918" y="5185219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9" name="Google Shape;1369;p26"/>
                <p:cNvSpPr/>
                <p:nvPr/>
              </p:nvSpPr>
              <p:spPr>
                <a:xfrm>
                  <a:off x="7404544" y="5155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0" name="Google Shape;1370;p26"/>
                <p:cNvSpPr/>
                <p:nvPr/>
              </p:nvSpPr>
              <p:spPr>
                <a:xfrm>
                  <a:off x="7434262" y="51255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1" name="Google Shape;1371;p26"/>
                <p:cNvSpPr/>
                <p:nvPr/>
              </p:nvSpPr>
              <p:spPr>
                <a:xfrm>
                  <a:off x="7463980" y="5066156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2" name="Google Shape;1372;p26"/>
                <p:cNvSpPr/>
                <p:nvPr/>
              </p:nvSpPr>
              <p:spPr>
                <a:xfrm>
                  <a:off x="7493793" y="50363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3" name="Google Shape;1373;p26"/>
                <p:cNvSpPr/>
                <p:nvPr/>
              </p:nvSpPr>
              <p:spPr>
                <a:xfrm>
                  <a:off x="7523607" y="506615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4" name="Google Shape;1374;p26"/>
                <p:cNvSpPr/>
                <p:nvPr/>
              </p:nvSpPr>
              <p:spPr>
                <a:xfrm>
                  <a:off x="7553325" y="5006530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5" name="Google Shape;1375;p26"/>
                <p:cNvSpPr/>
                <p:nvPr/>
              </p:nvSpPr>
              <p:spPr>
                <a:xfrm>
                  <a:off x="7583043" y="4976812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6" name="Google Shape;1376;p26"/>
                <p:cNvSpPr/>
                <p:nvPr/>
              </p:nvSpPr>
              <p:spPr>
                <a:xfrm>
                  <a:off x="7583043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7" name="Google Shape;1377;p26"/>
                <p:cNvSpPr/>
                <p:nvPr/>
              </p:nvSpPr>
              <p:spPr>
                <a:xfrm>
                  <a:off x="7612856" y="5036343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8" name="Google Shape;1378;p26"/>
                <p:cNvSpPr/>
                <p:nvPr/>
              </p:nvSpPr>
              <p:spPr>
                <a:xfrm>
                  <a:off x="7702105" y="4947094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9" name="Google Shape;1379;p26"/>
                <p:cNvSpPr/>
                <p:nvPr/>
              </p:nvSpPr>
              <p:spPr>
                <a:xfrm>
                  <a:off x="7791450" y="4857749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0" name="Google Shape;1380;p26"/>
                <p:cNvSpPr/>
                <p:nvPr/>
              </p:nvSpPr>
              <p:spPr>
                <a:xfrm>
                  <a:off x="7821168" y="4798218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1" name="Google Shape;1381;p26"/>
                <p:cNvSpPr/>
                <p:nvPr/>
              </p:nvSpPr>
              <p:spPr>
                <a:xfrm>
                  <a:off x="7821168" y="476840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2" name="Google Shape;1382;p26"/>
                <p:cNvSpPr/>
                <p:nvPr/>
              </p:nvSpPr>
              <p:spPr>
                <a:xfrm>
                  <a:off x="7731918" y="4828031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3" name="Google Shape;1383;p26"/>
                <p:cNvSpPr/>
                <p:nvPr/>
              </p:nvSpPr>
              <p:spPr>
                <a:xfrm>
                  <a:off x="7642669" y="4917280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4" name="Google Shape;1384;p26"/>
                <p:cNvSpPr/>
                <p:nvPr/>
              </p:nvSpPr>
              <p:spPr>
                <a:xfrm>
                  <a:off x="7642669" y="5006530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5" name="Google Shape;1385;p26"/>
                <p:cNvSpPr/>
                <p:nvPr/>
              </p:nvSpPr>
              <p:spPr>
                <a:xfrm>
                  <a:off x="7672387" y="488746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6" name="Google Shape;1386;p26"/>
                <p:cNvSpPr/>
                <p:nvPr/>
              </p:nvSpPr>
              <p:spPr>
                <a:xfrm>
                  <a:off x="7642669" y="4917280"/>
                  <a:ext cx="89249" cy="89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249" h="89249" extrusionOk="0">
                      <a:moveTo>
                        <a:pt x="89249" y="0"/>
                      </a:moveTo>
                      <a:lnTo>
                        <a:pt x="89249" y="29813"/>
                      </a:lnTo>
                      <a:lnTo>
                        <a:pt x="59436" y="29813"/>
                      </a:lnTo>
                      <a:lnTo>
                        <a:pt x="59436" y="89249"/>
                      </a:lnTo>
                      <a:lnTo>
                        <a:pt x="0" y="89249"/>
                      </a:lnTo>
                      <a:lnTo>
                        <a:pt x="0" y="59531"/>
                      </a:lnTo>
                      <a:lnTo>
                        <a:pt x="29718" y="59531"/>
                      </a:lnTo>
                      <a:lnTo>
                        <a:pt x="29718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7" name="Google Shape;1387;p26"/>
                <p:cNvSpPr/>
                <p:nvPr/>
              </p:nvSpPr>
              <p:spPr>
                <a:xfrm>
                  <a:off x="7731918" y="4917280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8" name="Google Shape;1388;p26"/>
                <p:cNvSpPr/>
                <p:nvPr/>
              </p:nvSpPr>
              <p:spPr>
                <a:xfrm>
                  <a:off x="7880794" y="4738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9" name="Google Shape;1389;p26"/>
                <p:cNvSpPr/>
                <p:nvPr/>
              </p:nvSpPr>
              <p:spPr>
                <a:xfrm>
                  <a:off x="7910512" y="4708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0" name="Google Shape;1390;p26"/>
                <p:cNvSpPr/>
                <p:nvPr/>
              </p:nvSpPr>
              <p:spPr>
                <a:xfrm>
                  <a:off x="7940230" y="4679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1" name="Google Shape;1391;p26"/>
                <p:cNvSpPr/>
                <p:nvPr/>
              </p:nvSpPr>
              <p:spPr>
                <a:xfrm>
                  <a:off x="8148637" y="450056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2" name="Google Shape;1392;p26"/>
                <p:cNvSpPr/>
                <p:nvPr/>
              </p:nvSpPr>
              <p:spPr>
                <a:xfrm>
                  <a:off x="7880794" y="47982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3" name="Google Shape;1393;p26"/>
                <p:cNvSpPr/>
                <p:nvPr/>
              </p:nvSpPr>
              <p:spPr>
                <a:xfrm>
                  <a:off x="7880794" y="4768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4" name="Google Shape;1394;p26"/>
                <p:cNvSpPr/>
                <p:nvPr/>
              </p:nvSpPr>
              <p:spPr>
                <a:xfrm>
                  <a:off x="7910512" y="4768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5" name="Google Shape;1395;p26"/>
                <p:cNvSpPr/>
                <p:nvPr/>
              </p:nvSpPr>
              <p:spPr>
                <a:xfrm>
                  <a:off x="7910512" y="4738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6" name="Google Shape;1396;p26"/>
                <p:cNvSpPr/>
                <p:nvPr/>
              </p:nvSpPr>
              <p:spPr>
                <a:xfrm>
                  <a:off x="7940230" y="47386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7" name="Google Shape;1397;p26"/>
                <p:cNvSpPr/>
                <p:nvPr/>
              </p:nvSpPr>
              <p:spPr>
                <a:xfrm>
                  <a:off x="7940230" y="4708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8" name="Google Shape;1398;p26"/>
                <p:cNvSpPr/>
                <p:nvPr/>
              </p:nvSpPr>
              <p:spPr>
                <a:xfrm>
                  <a:off x="7970043" y="47089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9" name="Google Shape;1399;p26"/>
                <p:cNvSpPr/>
                <p:nvPr/>
              </p:nvSpPr>
              <p:spPr>
                <a:xfrm>
                  <a:off x="7970043" y="464934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0" name="Google Shape;1400;p26"/>
                <p:cNvSpPr/>
                <p:nvPr/>
              </p:nvSpPr>
              <p:spPr>
                <a:xfrm>
                  <a:off x="7970043" y="4679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8C079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1" name="Google Shape;1401;p26"/>
                <p:cNvSpPr/>
                <p:nvPr/>
              </p:nvSpPr>
              <p:spPr>
                <a:xfrm>
                  <a:off x="7999857" y="4679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2" name="Google Shape;1402;p26"/>
                <p:cNvSpPr/>
                <p:nvPr/>
              </p:nvSpPr>
              <p:spPr>
                <a:xfrm>
                  <a:off x="7999857" y="461962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3" name="Google Shape;1403;p26"/>
                <p:cNvSpPr/>
                <p:nvPr/>
              </p:nvSpPr>
              <p:spPr>
                <a:xfrm>
                  <a:off x="7999857" y="464934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4" name="Google Shape;1404;p26"/>
                <p:cNvSpPr/>
                <p:nvPr/>
              </p:nvSpPr>
              <p:spPr>
                <a:xfrm>
                  <a:off x="8029575" y="464934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5" name="Google Shape;1405;p26"/>
                <p:cNvSpPr/>
                <p:nvPr/>
              </p:nvSpPr>
              <p:spPr>
                <a:xfrm>
                  <a:off x="8029575" y="458990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6" name="Google Shape;1406;p26"/>
                <p:cNvSpPr/>
                <p:nvPr/>
              </p:nvSpPr>
              <p:spPr>
                <a:xfrm>
                  <a:off x="8029575" y="461962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7" name="Google Shape;1407;p26"/>
                <p:cNvSpPr/>
                <p:nvPr/>
              </p:nvSpPr>
              <p:spPr>
                <a:xfrm>
                  <a:off x="8059293" y="461962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8" name="Google Shape;1408;p26"/>
                <p:cNvSpPr/>
                <p:nvPr/>
              </p:nvSpPr>
              <p:spPr>
                <a:xfrm>
                  <a:off x="8059293" y="456009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9" name="Google Shape;1409;p26"/>
                <p:cNvSpPr/>
                <p:nvPr/>
              </p:nvSpPr>
              <p:spPr>
                <a:xfrm>
                  <a:off x="8059293" y="458990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0" name="Google Shape;1410;p26"/>
                <p:cNvSpPr/>
                <p:nvPr/>
              </p:nvSpPr>
              <p:spPr>
                <a:xfrm>
                  <a:off x="8089106" y="458990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1" name="Google Shape;1411;p26"/>
                <p:cNvSpPr/>
                <p:nvPr/>
              </p:nvSpPr>
              <p:spPr>
                <a:xfrm>
                  <a:off x="8089106" y="45302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2" name="Google Shape;1412;p26"/>
                <p:cNvSpPr/>
                <p:nvPr/>
              </p:nvSpPr>
              <p:spPr>
                <a:xfrm>
                  <a:off x="8089106" y="456009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3" name="Google Shape;1413;p26"/>
                <p:cNvSpPr/>
                <p:nvPr/>
              </p:nvSpPr>
              <p:spPr>
                <a:xfrm>
                  <a:off x="8118919" y="456009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4" name="Google Shape;1414;p26"/>
                <p:cNvSpPr/>
                <p:nvPr/>
              </p:nvSpPr>
              <p:spPr>
                <a:xfrm>
                  <a:off x="8118919" y="450056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5" name="Google Shape;1415;p26"/>
                <p:cNvSpPr/>
                <p:nvPr/>
              </p:nvSpPr>
              <p:spPr>
                <a:xfrm>
                  <a:off x="8118919" y="45302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6" name="Google Shape;1416;p26"/>
                <p:cNvSpPr/>
                <p:nvPr/>
              </p:nvSpPr>
              <p:spPr>
                <a:xfrm>
                  <a:off x="8148637" y="45302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7" name="Google Shape;1417;p26"/>
                <p:cNvSpPr/>
                <p:nvPr/>
              </p:nvSpPr>
              <p:spPr>
                <a:xfrm>
                  <a:off x="7821168" y="4828031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8" name="Google Shape;1418;p26"/>
                <p:cNvSpPr/>
                <p:nvPr/>
              </p:nvSpPr>
              <p:spPr>
                <a:xfrm>
                  <a:off x="7731918" y="4828031"/>
                  <a:ext cx="89249" cy="89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249" h="89249" extrusionOk="0">
                      <a:moveTo>
                        <a:pt x="89249" y="0"/>
                      </a:moveTo>
                      <a:lnTo>
                        <a:pt x="89249" y="29718"/>
                      </a:lnTo>
                      <a:lnTo>
                        <a:pt x="59531" y="29718"/>
                      </a:lnTo>
                      <a:lnTo>
                        <a:pt x="59531" y="89249"/>
                      </a:lnTo>
                      <a:lnTo>
                        <a:pt x="0" y="89249"/>
                      </a:lnTo>
                      <a:lnTo>
                        <a:pt x="0" y="59436"/>
                      </a:lnTo>
                      <a:lnTo>
                        <a:pt x="29813" y="59436"/>
                      </a:lnTo>
                      <a:lnTo>
                        <a:pt x="29813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9" name="Google Shape;1419;p26"/>
                <p:cNvSpPr/>
                <p:nvPr/>
              </p:nvSpPr>
              <p:spPr>
                <a:xfrm>
                  <a:off x="7761732" y="4798218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0" name="Google Shape;1420;p26"/>
                <p:cNvSpPr/>
                <p:nvPr/>
              </p:nvSpPr>
              <p:spPr>
                <a:xfrm>
                  <a:off x="7553325" y="5006529"/>
                  <a:ext cx="89344" cy="8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89344" extrusionOk="0">
                      <a:moveTo>
                        <a:pt x="89345" y="0"/>
                      </a:moveTo>
                      <a:lnTo>
                        <a:pt x="89345" y="29813"/>
                      </a:lnTo>
                      <a:lnTo>
                        <a:pt x="59531" y="29813"/>
                      </a:lnTo>
                      <a:lnTo>
                        <a:pt x="59531" y="89345"/>
                      </a:lnTo>
                      <a:lnTo>
                        <a:pt x="0" y="89345"/>
                      </a:lnTo>
                      <a:lnTo>
                        <a:pt x="0" y="59627"/>
                      </a:lnTo>
                      <a:lnTo>
                        <a:pt x="29718" y="59627"/>
                      </a:lnTo>
                      <a:lnTo>
                        <a:pt x="29718" y="0"/>
                      </a:lnTo>
                      <a:lnTo>
                        <a:pt x="8934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1" name="Google Shape;1421;p26"/>
                <p:cNvSpPr/>
                <p:nvPr/>
              </p:nvSpPr>
              <p:spPr>
                <a:xfrm>
                  <a:off x="7553325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2" name="Google Shape;1422;p26"/>
                <p:cNvSpPr/>
                <p:nvPr/>
              </p:nvSpPr>
              <p:spPr>
                <a:xfrm>
                  <a:off x="7583043" y="51255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3" name="Google Shape;1423;p26"/>
                <p:cNvSpPr/>
                <p:nvPr/>
              </p:nvSpPr>
              <p:spPr>
                <a:xfrm>
                  <a:off x="7255668" y="5066156"/>
                  <a:ext cx="327374" cy="327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374" h="327374" extrusionOk="0">
                      <a:moveTo>
                        <a:pt x="327374" y="59436"/>
                      </a:moveTo>
                      <a:lnTo>
                        <a:pt x="327374" y="89249"/>
                      </a:lnTo>
                      <a:lnTo>
                        <a:pt x="267938" y="89249"/>
                      </a:lnTo>
                      <a:lnTo>
                        <a:pt x="267938" y="119063"/>
                      </a:lnTo>
                      <a:lnTo>
                        <a:pt x="238125" y="119063"/>
                      </a:lnTo>
                      <a:lnTo>
                        <a:pt x="238125" y="148780"/>
                      </a:lnTo>
                      <a:lnTo>
                        <a:pt x="208312" y="148780"/>
                      </a:lnTo>
                      <a:lnTo>
                        <a:pt x="208312" y="178498"/>
                      </a:lnTo>
                      <a:lnTo>
                        <a:pt x="178594" y="178498"/>
                      </a:lnTo>
                      <a:lnTo>
                        <a:pt x="178594" y="238125"/>
                      </a:lnTo>
                      <a:lnTo>
                        <a:pt x="148876" y="238125"/>
                      </a:lnTo>
                      <a:lnTo>
                        <a:pt x="148876" y="267843"/>
                      </a:lnTo>
                      <a:lnTo>
                        <a:pt x="119063" y="267843"/>
                      </a:lnTo>
                      <a:lnTo>
                        <a:pt x="119063" y="297561"/>
                      </a:lnTo>
                      <a:lnTo>
                        <a:pt x="59531" y="297561"/>
                      </a:lnTo>
                      <a:lnTo>
                        <a:pt x="59531" y="327374"/>
                      </a:lnTo>
                      <a:lnTo>
                        <a:pt x="29813" y="327374"/>
                      </a:lnTo>
                      <a:lnTo>
                        <a:pt x="29813" y="297561"/>
                      </a:lnTo>
                      <a:lnTo>
                        <a:pt x="0" y="297561"/>
                      </a:lnTo>
                      <a:lnTo>
                        <a:pt x="0" y="267843"/>
                      </a:lnTo>
                      <a:lnTo>
                        <a:pt x="29813" y="267843"/>
                      </a:lnTo>
                      <a:lnTo>
                        <a:pt x="29813" y="208312"/>
                      </a:lnTo>
                      <a:lnTo>
                        <a:pt x="59531" y="208312"/>
                      </a:lnTo>
                      <a:lnTo>
                        <a:pt x="59531" y="178498"/>
                      </a:lnTo>
                      <a:lnTo>
                        <a:pt x="89249" y="178498"/>
                      </a:lnTo>
                      <a:lnTo>
                        <a:pt x="89249" y="148780"/>
                      </a:lnTo>
                      <a:lnTo>
                        <a:pt x="148876" y="148780"/>
                      </a:lnTo>
                      <a:lnTo>
                        <a:pt x="148876" y="119063"/>
                      </a:lnTo>
                      <a:lnTo>
                        <a:pt x="178594" y="119063"/>
                      </a:lnTo>
                      <a:lnTo>
                        <a:pt x="178594" y="89249"/>
                      </a:lnTo>
                      <a:lnTo>
                        <a:pt x="208312" y="89249"/>
                      </a:lnTo>
                      <a:lnTo>
                        <a:pt x="208312" y="59436"/>
                      </a:lnTo>
                      <a:lnTo>
                        <a:pt x="238125" y="59436"/>
                      </a:lnTo>
                      <a:lnTo>
                        <a:pt x="238125" y="0"/>
                      </a:lnTo>
                      <a:lnTo>
                        <a:pt x="267938" y="0"/>
                      </a:lnTo>
                      <a:lnTo>
                        <a:pt x="267938" y="29718"/>
                      </a:lnTo>
                      <a:lnTo>
                        <a:pt x="297656" y="29718"/>
                      </a:lnTo>
                      <a:lnTo>
                        <a:pt x="297656" y="59436"/>
                      </a:lnTo>
                      <a:lnTo>
                        <a:pt x="327374" y="59436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4" name="Google Shape;1424;p26"/>
                <p:cNvSpPr/>
                <p:nvPr/>
              </p:nvSpPr>
              <p:spPr>
                <a:xfrm>
                  <a:off x="7315200" y="5363717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5" name="Google Shape;1425;p26"/>
                <p:cNvSpPr/>
                <p:nvPr/>
              </p:nvSpPr>
              <p:spPr>
                <a:xfrm>
                  <a:off x="7493793" y="5066156"/>
                  <a:ext cx="29718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9531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6" name="Google Shape;1426;p26"/>
                <p:cNvSpPr/>
                <p:nvPr/>
              </p:nvSpPr>
              <p:spPr>
                <a:xfrm>
                  <a:off x="7523607" y="5095874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7" name="Google Shape;1427;p26"/>
                <p:cNvSpPr/>
                <p:nvPr/>
              </p:nvSpPr>
              <p:spPr>
                <a:xfrm>
                  <a:off x="7463980" y="5125592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8" name="Google Shape;1428;p26"/>
                <p:cNvSpPr/>
                <p:nvPr/>
              </p:nvSpPr>
              <p:spPr>
                <a:xfrm>
                  <a:off x="7583043" y="500653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9" name="Google Shape;1429;p26"/>
                <p:cNvSpPr/>
                <p:nvPr/>
              </p:nvSpPr>
              <p:spPr>
                <a:xfrm>
                  <a:off x="7553325" y="506615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0" name="Google Shape;1430;p26"/>
                <p:cNvSpPr/>
                <p:nvPr/>
              </p:nvSpPr>
              <p:spPr>
                <a:xfrm>
                  <a:off x="7672387" y="4917280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1" name="Google Shape;1431;p26"/>
                <p:cNvSpPr/>
                <p:nvPr/>
              </p:nvSpPr>
              <p:spPr>
                <a:xfrm>
                  <a:off x="7761732" y="4828031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2" name="Google Shape;1432;p26"/>
                <p:cNvSpPr/>
                <p:nvPr/>
              </p:nvSpPr>
              <p:spPr>
                <a:xfrm>
                  <a:off x="7821168" y="4798218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3" name="Google Shape;1433;p26"/>
                <p:cNvSpPr/>
                <p:nvPr/>
              </p:nvSpPr>
              <p:spPr>
                <a:xfrm>
                  <a:off x="7970043" y="46791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4" name="Google Shape;1434;p26"/>
                <p:cNvSpPr/>
                <p:nvPr/>
              </p:nvSpPr>
              <p:spPr>
                <a:xfrm>
                  <a:off x="7434262" y="515540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5" name="Google Shape;1435;p26"/>
                <p:cNvSpPr/>
                <p:nvPr/>
              </p:nvSpPr>
              <p:spPr>
                <a:xfrm>
                  <a:off x="7404544" y="518521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6" name="Google Shape;1436;p26"/>
                <p:cNvSpPr/>
                <p:nvPr/>
              </p:nvSpPr>
              <p:spPr>
                <a:xfrm>
                  <a:off x="7344918" y="521493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7" name="Google Shape;1437;p26"/>
                <p:cNvSpPr/>
                <p:nvPr/>
              </p:nvSpPr>
              <p:spPr>
                <a:xfrm>
                  <a:off x="7315200" y="524465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8" name="Google Shape;1438;p26"/>
                <p:cNvSpPr/>
                <p:nvPr/>
              </p:nvSpPr>
              <p:spPr>
                <a:xfrm>
                  <a:off x="7255668" y="533399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6AA2CF0-72EF-085A-3543-84BC26E89B8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C0C0C"/>
              </a:clrFrom>
              <a:clrTo>
                <a:srgbClr val="0C0C0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18797" y="1553909"/>
            <a:ext cx="5706406" cy="946018"/>
          </a:xfrm>
          <a:prstGeom prst="rect">
            <a:avLst/>
          </a:prstGeom>
        </p:spPr>
      </p:pic>
      <p:grpSp>
        <p:nvGrpSpPr>
          <p:cNvPr id="1879" name="Google Shape;1469;p29">
            <a:extLst>
              <a:ext uri="{FF2B5EF4-FFF2-40B4-BE49-F238E27FC236}">
                <a16:creationId xmlns:a16="http://schemas.microsoft.com/office/drawing/2014/main" id="{D46F1CD2-CF41-E729-F2E5-DBACA926896C}"/>
              </a:ext>
            </a:extLst>
          </p:cNvPr>
          <p:cNvGrpSpPr/>
          <p:nvPr/>
        </p:nvGrpSpPr>
        <p:grpSpPr>
          <a:xfrm>
            <a:off x="776799" y="3347439"/>
            <a:ext cx="892968" cy="1339405"/>
            <a:chOff x="6421659" y="3904107"/>
            <a:chExt cx="892968" cy="1339405"/>
          </a:xfrm>
        </p:grpSpPr>
        <p:sp>
          <p:nvSpPr>
            <p:cNvPr id="1880" name="Google Shape;1470;p29">
              <a:extLst>
                <a:ext uri="{FF2B5EF4-FFF2-40B4-BE49-F238E27FC236}">
                  <a16:creationId xmlns:a16="http://schemas.microsoft.com/office/drawing/2014/main" id="{F9F64C2C-73AB-D49E-470E-C3F4D0CE54C7}"/>
                </a:ext>
              </a:extLst>
            </p:cNvPr>
            <p:cNvSpPr/>
            <p:nvPr/>
          </p:nvSpPr>
          <p:spPr>
            <a:xfrm>
              <a:off x="6421659" y="3904107"/>
              <a:ext cx="892968" cy="1339405"/>
            </a:xfrm>
            <a:custGeom>
              <a:avLst/>
              <a:gdLst/>
              <a:ahLst/>
              <a:cxnLst/>
              <a:rect l="l" t="t" r="r" b="b"/>
              <a:pathLst>
                <a:path w="892968" h="1339405" extrusionOk="0">
                  <a:moveTo>
                    <a:pt x="863155" y="654748"/>
                  </a:moveTo>
                  <a:lnTo>
                    <a:pt x="833438" y="654748"/>
                  </a:lnTo>
                  <a:lnTo>
                    <a:pt x="833438" y="595313"/>
                  </a:lnTo>
                  <a:lnTo>
                    <a:pt x="803624" y="595313"/>
                  </a:lnTo>
                  <a:lnTo>
                    <a:pt x="803624" y="565499"/>
                  </a:lnTo>
                  <a:lnTo>
                    <a:pt x="773906" y="565499"/>
                  </a:lnTo>
                  <a:lnTo>
                    <a:pt x="773906" y="535686"/>
                  </a:lnTo>
                  <a:lnTo>
                    <a:pt x="714375" y="535686"/>
                  </a:lnTo>
                  <a:lnTo>
                    <a:pt x="714375" y="505968"/>
                  </a:lnTo>
                  <a:lnTo>
                    <a:pt x="595313" y="505968"/>
                  </a:lnTo>
                  <a:lnTo>
                    <a:pt x="595313" y="535686"/>
                  </a:lnTo>
                  <a:lnTo>
                    <a:pt x="535781" y="535686"/>
                  </a:lnTo>
                  <a:lnTo>
                    <a:pt x="535781" y="476250"/>
                  </a:lnTo>
                  <a:lnTo>
                    <a:pt x="565499" y="476250"/>
                  </a:lnTo>
                  <a:lnTo>
                    <a:pt x="565499" y="416623"/>
                  </a:lnTo>
                  <a:lnTo>
                    <a:pt x="565499" y="357188"/>
                  </a:lnTo>
                  <a:lnTo>
                    <a:pt x="565499" y="297561"/>
                  </a:lnTo>
                  <a:lnTo>
                    <a:pt x="535781" y="297561"/>
                  </a:lnTo>
                  <a:lnTo>
                    <a:pt x="535781" y="267843"/>
                  </a:lnTo>
                  <a:lnTo>
                    <a:pt x="505968" y="267843"/>
                  </a:lnTo>
                  <a:lnTo>
                    <a:pt x="505968" y="208312"/>
                  </a:lnTo>
                  <a:lnTo>
                    <a:pt x="535781" y="208312"/>
                  </a:lnTo>
                  <a:lnTo>
                    <a:pt x="535781" y="178498"/>
                  </a:lnTo>
                  <a:lnTo>
                    <a:pt x="565499" y="178498"/>
                  </a:lnTo>
                  <a:lnTo>
                    <a:pt x="565499" y="119063"/>
                  </a:lnTo>
                  <a:lnTo>
                    <a:pt x="595313" y="119063"/>
                  </a:lnTo>
                  <a:lnTo>
                    <a:pt x="595313" y="89249"/>
                  </a:lnTo>
                  <a:lnTo>
                    <a:pt x="565499" y="89249"/>
                  </a:lnTo>
                  <a:lnTo>
                    <a:pt x="565499" y="29718"/>
                  </a:lnTo>
                  <a:lnTo>
                    <a:pt x="535781" y="29718"/>
                  </a:lnTo>
                  <a:lnTo>
                    <a:pt x="535781" y="0"/>
                  </a:lnTo>
                  <a:lnTo>
                    <a:pt x="357188" y="0"/>
                  </a:lnTo>
                  <a:lnTo>
                    <a:pt x="357188" y="29718"/>
                  </a:lnTo>
                  <a:lnTo>
                    <a:pt x="327374" y="29718"/>
                  </a:lnTo>
                  <a:lnTo>
                    <a:pt x="327374" y="89249"/>
                  </a:lnTo>
                  <a:lnTo>
                    <a:pt x="297656" y="89249"/>
                  </a:lnTo>
                  <a:lnTo>
                    <a:pt x="297656" y="119063"/>
                  </a:lnTo>
                  <a:lnTo>
                    <a:pt x="327374" y="119063"/>
                  </a:lnTo>
                  <a:lnTo>
                    <a:pt x="327374" y="178498"/>
                  </a:lnTo>
                  <a:lnTo>
                    <a:pt x="357188" y="178498"/>
                  </a:lnTo>
                  <a:lnTo>
                    <a:pt x="357188" y="208312"/>
                  </a:lnTo>
                  <a:lnTo>
                    <a:pt x="386905" y="208312"/>
                  </a:lnTo>
                  <a:lnTo>
                    <a:pt x="386905" y="267843"/>
                  </a:lnTo>
                  <a:lnTo>
                    <a:pt x="357188" y="267843"/>
                  </a:lnTo>
                  <a:lnTo>
                    <a:pt x="357188" y="297561"/>
                  </a:lnTo>
                  <a:lnTo>
                    <a:pt x="327374" y="297561"/>
                  </a:lnTo>
                  <a:lnTo>
                    <a:pt x="327374" y="357188"/>
                  </a:lnTo>
                  <a:lnTo>
                    <a:pt x="327374" y="416623"/>
                  </a:lnTo>
                  <a:lnTo>
                    <a:pt x="327374" y="476250"/>
                  </a:lnTo>
                  <a:lnTo>
                    <a:pt x="357188" y="476250"/>
                  </a:lnTo>
                  <a:lnTo>
                    <a:pt x="357188" y="535686"/>
                  </a:lnTo>
                  <a:lnTo>
                    <a:pt x="297656" y="535686"/>
                  </a:lnTo>
                  <a:lnTo>
                    <a:pt x="297656" y="505968"/>
                  </a:lnTo>
                  <a:lnTo>
                    <a:pt x="178594" y="505968"/>
                  </a:lnTo>
                  <a:lnTo>
                    <a:pt x="178594" y="535686"/>
                  </a:lnTo>
                  <a:lnTo>
                    <a:pt x="119063" y="535686"/>
                  </a:lnTo>
                  <a:lnTo>
                    <a:pt x="119063" y="565499"/>
                  </a:lnTo>
                  <a:lnTo>
                    <a:pt x="89249" y="565499"/>
                  </a:lnTo>
                  <a:lnTo>
                    <a:pt x="89249" y="595313"/>
                  </a:lnTo>
                  <a:lnTo>
                    <a:pt x="59531" y="595313"/>
                  </a:lnTo>
                  <a:lnTo>
                    <a:pt x="59531" y="654748"/>
                  </a:lnTo>
                  <a:lnTo>
                    <a:pt x="29718" y="654748"/>
                  </a:lnTo>
                  <a:lnTo>
                    <a:pt x="29718" y="714375"/>
                  </a:lnTo>
                  <a:lnTo>
                    <a:pt x="0" y="714375"/>
                  </a:lnTo>
                  <a:lnTo>
                    <a:pt x="0" y="833438"/>
                  </a:lnTo>
                  <a:lnTo>
                    <a:pt x="29718" y="833438"/>
                  </a:lnTo>
                  <a:lnTo>
                    <a:pt x="29718" y="922687"/>
                  </a:lnTo>
                  <a:lnTo>
                    <a:pt x="59531" y="922687"/>
                  </a:lnTo>
                  <a:lnTo>
                    <a:pt x="59531" y="982218"/>
                  </a:lnTo>
                  <a:lnTo>
                    <a:pt x="89249" y="982218"/>
                  </a:lnTo>
                  <a:lnTo>
                    <a:pt x="89249" y="1041749"/>
                  </a:lnTo>
                  <a:lnTo>
                    <a:pt x="119063" y="1041749"/>
                  </a:lnTo>
                  <a:lnTo>
                    <a:pt x="119063" y="1101281"/>
                  </a:lnTo>
                  <a:lnTo>
                    <a:pt x="148780" y="1101281"/>
                  </a:lnTo>
                  <a:lnTo>
                    <a:pt x="148780" y="1130998"/>
                  </a:lnTo>
                  <a:lnTo>
                    <a:pt x="178594" y="1130998"/>
                  </a:lnTo>
                  <a:lnTo>
                    <a:pt x="178594" y="1160812"/>
                  </a:lnTo>
                  <a:lnTo>
                    <a:pt x="208312" y="1160812"/>
                  </a:lnTo>
                  <a:lnTo>
                    <a:pt x="208312" y="1190625"/>
                  </a:lnTo>
                  <a:lnTo>
                    <a:pt x="238125" y="1190625"/>
                  </a:lnTo>
                  <a:lnTo>
                    <a:pt x="238125" y="1220343"/>
                  </a:lnTo>
                  <a:lnTo>
                    <a:pt x="267843" y="1220343"/>
                  </a:lnTo>
                  <a:lnTo>
                    <a:pt x="267843" y="1250061"/>
                  </a:lnTo>
                  <a:lnTo>
                    <a:pt x="297656" y="1250061"/>
                  </a:lnTo>
                  <a:lnTo>
                    <a:pt x="297656" y="1279874"/>
                  </a:lnTo>
                  <a:lnTo>
                    <a:pt x="357188" y="1279874"/>
                  </a:lnTo>
                  <a:lnTo>
                    <a:pt x="357188" y="1309688"/>
                  </a:lnTo>
                  <a:lnTo>
                    <a:pt x="416719" y="1309688"/>
                  </a:lnTo>
                  <a:lnTo>
                    <a:pt x="416719" y="1339406"/>
                  </a:lnTo>
                  <a:lnTo>
                    <a:pt x="476250" y="1339406"/>
                  </a:lnTo>
                  <a:lnTo>
                    <a:pt x="476250" y="1309688"/>
                  </a:lnTo>
                  <a:lnTo>
                    <a:pt x="535781" y="1309688"/>
                  </a:lnTo>
                  <a:lnTo>
                    <a:pt x="535781" y="1279874"/>
                  </a:lnTo>
                  <a:lnTo>
                    <a:pt x="595313" y="1279874"/>
                  </a:lnTo>
                  <a:lnTo>
                    <a:pt x="595313" y="1250061"/>
                  </a:lnTo>
                  <a:lnTo>
                    <a:pt x="625030" y="1250061"/>
                  </a:lnTo>
                  <a:lnTo>
                    <a:pt x="625030" y="1220343"/>
                  </a:lnTo>
                  <a:lnTo>
                    <a:pt x="654844" y="1220343"/>
                  </a:lnTo>
                  <a:lnTo>
                    <a:pt x="654844" y="1190625"/>
                  </a:lnTo>
                  <a:lnTo>
                    <a:pt x="684562" y="1190625"/>
                  </a:lnTo>
                  <a:lnTo>
                    <a:pt x="684562" y="1160812"/>
                  </a:lnTo>
                  <a:lnTo>
                    <a:pt x="714375" y="1160812"/>
                  </a:lnTo>
                  <a:lnTo>
                    <a:pt x="714375" y="1130998"/>
                  </a:lnTo>
                  <a:lnTo>
                    <a:pt x="744093" y="1130998"/>
                  </a:lnTo>
                  <a:lnTo>
                    <a:pt x="744093" y="1101281"/>
                  </a:lnTo>
                  <a:lnTo>
                    <a:pt x="773906" y="1101281"/>
                  </a:lnTo>
                  <a:lnTo>
                    <a:pt x="773906" y="1041749"/>
                  </a:lnTo>
                  <a:lnTo>
                    <a:pt x="803624" y="1041749"/>
                  </a:lnTo>
                  <a:lnTo>
                    <a:pt x="803624" y="982218"/>
                  </a:lnTo>
                  <a:lnTo>
                    <a:pt x="833438" y="982218"/>
                  </a:lnTo>
                  <a:lnTo>
                    <a:pt x="833438" y="922687"/>
                  </a:lnTo>
                  <a:lnTo>
                    <a:pt x="863155" y="922687"/>
                  </a:lnTo>
                  <a:lnTo>
                    <a:pt x="863155" y="833438"/>
                  </a:lnTo>
                  <a:lnTo>
                    <a:pt x="892969" y="833438"/>
                  </a:lnTo>
                  <a:lnTo>
                    <a:pt x="892969" y="714375"/>
                  </a:lnTo>
                  <a:lnTo>
                    <a:pt x="863155" y="714375"/>
                  </a:lnTo>
                  <a:lnTo>
                    <a:pt x="863155" y="654748"/>
                  </a:lnTo>
                  <a:close/>
                </a:path>
              </a:pathLst>
            </a:custGeom>
            <a:noFill/>
            <a:ln w="5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81" name="Google Shape;1471;p29">
              <a:extLst>
                <a:ext uri="{FF2B5EF4-FFF2-40B4-BE49-F238E27FC236}">
                  <a16:creationId xmlns:a16="http://schemas.microsoft.com/office/drawing/2014/main" id="{E45EE130-0DED-D8B1-C700-AA48E1136139}"/>
                </a:ext>
              </a:extLst>
            </p:cNvPr>
            <p:cNvGrpSpPr/>
            <p:nvPr/>
          </p:nvGrpSpPr>
          <p:grpSpPr>
            <a:xfrm>
              <a:off x="6421659" y="3904107"/>
              <a:ext cx="892873" cy="1339405"/>
              <a:chOff x="6421659" y="3904107"/>
              <a:chExt cx="892873" cy="1339405"/>
            </a:xfrm>
          </p:grpSpPr>
          <p:sp>
            <p:nvSpPr>
              <p:cNvPr id="1902" name="Google Shape;1472;p29">
                <a:extLst>
                  <a:ext uri="{FF2B5EF4-FFF2-40B4-BE49-F238E27FC236}">
                    <a16:creationId xmlns:a16="http://schemas.microsoft.com/office/drawing/2014/main" id="{00138ECE-8598-A7CC-2A5E-5FB28942365B}"/>
                  </a:ext>
                </a:extLst>
              </p:cNvPr>
              <p:cNvSpPr/>
              <p:nvPr/>
            </p:nvSpPr>
            <p:spPr>
              <a:xfrm>
                <a:off x="6838378" y="5213794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3" name="Google Shape;1473;p29">
                <a:extLst>
                  <a:ext uri="{FF2B5EF4-FFF2-40B4-BE49-F238E27FC236}">
                    <a16:creationId xmlns:a16="http://schemas.microsoft.com/office/drawing/2014/main" id="{0E0E2572-C1BB-860C-2A39-F9DE68AFE91E}"/>
                  </a:ext>
                </a:extLst>
              </p:cNvPr>
              <p:cNvSpPr/>
              <p:nvPr/>
            </p:nvSpPr>
            <p:spPr>
              <a:xfrm>
                <a:off x="6897909" y="5183981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474;p29">
                <a:extLst>
                  <a:ext uri="{FF2B5EF4-FFF2-40B4-BE49-F238E27FC236}">
                    <a16:creationId xmlns:a16="http://schemas.microsoft.com/office/drawing/2014/main" id="{B64EDE91-2EC3-7178-8440-63E24A307135}"/>
                  </a:ext>
                </a:extLst>
              </p:cNvPr>
              <p:cNvSpPr/>
              <p:nvPr/>
            </p:nvSpPr>
            <p:spPr>
              <a:xfrm>
                <a:off x="6957440" y="5154168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5" name="Google Shape;1475;p29">
                <a:extLst>
                  <a:ext uri="{FF2B5EF4-FFF2-40B4-BE49-F238E27FC236}">
                    <a16:creationId xmlns:a16="http://schemas.microsoft.com/office/drawing/2014/main" id="{B522A880-B4B4-A0C5-2759-81D008AF21BF}"/>
                  </a:ext>
                </a:extLst>
              </p:cNvPr>
              <p:cNvSpPr/>
              <p:nvPr/>
            </p:nvSpPr>
            <p:spPr>
              <a:xfrm>
                <a:off x="7016971" y="5124450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6" name="Google Shape;1476;p29">
                <a:extLst>
                  <a:ext uri="{FF2B5EF4-FFF2-40B4-BE49-F238E27FC236}">
                    <a16:creationId xmlns:a16="http://schemas.microsoft.com/office/drawing/2014/main" id="{2C432E17-962E-61B6-2F0D-CFA572D33BE5}"/>
                  </a:ext>
                </a:extLst>
              </p:cNvPr>
              <p:cNvSpPr/>
              <p:nvPr/>
            </p:nvSpPr>
            <p:spPr>
              <a:xfrm>
                <a:off x="7046689" y="5094732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477;p29">
                <a:extLst>
                  <a:ext uri="{FF2B5EF4-FFF2-40B4-BE49-F238E27FC236}">
                    <a16:creationId xmlns:a16="http://schemas.microsoft.com/office/drawing/2014/main" id="{2884D604-B5E5-03C8-F3FE-EB3298503987}"/>
                  </a:ext>
                </a:extLst>
              </p:cNvPr>
              <p:cNvSpPr/>
              <p:nvPr/>
            </p:nvSpPr>
            <p:spPr>
              <a:xfrm>
                <a:off x="7076503" y="5064918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478;p29">
                <a:extLst>
                  <a:ext uri="{FF2B5EF4-FFF2-40B4-BE49-F238E27FC236}">
                    <a16:creationId xmlns:a16="http://schemas.microsoft.com/office/drawing/2014/main" id="{DFF77C2C-DC29-B50B-5493-533F95D75CB4}"/>
                  </a:ext>
                </a:extLst>
              </p:cNvPr>
              <p:cNvSpPr/>
              <p:nvPr/>
            </p:nvSpPr>
            <p:spPr>
              <a:xfrm>
                <a:off x="7106221" y="5035105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479;p29">
                <a:extLst>
                  <a:ext uri="{FF2B5EF4-FFF2-40B4-BE49-F238E27FC236}">
                    <a16:creationId xmlns:a16="http://schemas.microsoft.com/office/drawing/2014/main" id="{8CC09025-E530-47DD-93EB-3421952DB90A}"/>
                  </a:ext>
                </a:extLst>
              </p:cNvPr>
              <p:cNvSpPr/>
              <p:nvPr/>
            </p:nvSpPr>
            <p:spPr>
              <a:xfrm>
                <a:off x="7136034" y="5005387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480;p29">
                <a:extLst>
                  <a:ext uri="{FF2B5EF4-FFF2-40B4-BE49-F238E27FC236}">
                    <a16:creationId xmlns:a16="http://schemas.microsoft.com/office/drawing/2014/main" id="{6CDB1BA0-0A35-B691-8B49-38610CDB7688}"/>
                  </a:ext>
                </a:extLst>
              </p:cNvPr>
              <p:cNvSpPr/>
              <p:nvPr/>
            </p:nvSpPr>
            <p:spPr>
              <a:xfrm>
                <a:off x="7165752" y="4945856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1" name="Google Shape;1481;p29">
                <a:extLst>
                  <a:ext uri="{FF2B5EF4-FFF2-40B4-BE49-F238E27FC236}">
                    <a16:creationId xmlns:a16="http://schemas.microsoft.com/office/drawing/2014/main" id="{6BC10EB3-B47C-EE9F-B9D2-0D0D4F001BC5}"/>
                  </a:ext>
                </a:extLst>
              </p:cNvPr>
              <p:cNvSpPr/>
              <p:nvPr/>
            </p:nvSpPr>
            <p:spPr>
              <a:xfrm>
                <a:off x="7195565" y="4886325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482;p29">
                <a:extLst>
                  <a:ext uri="{FF2B5EF4-FFF2-40B4-BE49-F238E27FC236}">
                    <a16:creationId xmlns:a16="http://schemas.microsoft.com/office/drawing/2014/main" id="{EC8EDB63-DDAF-E69B-9505-D294B7034430}"/>
                  </a:ext>
                </a:extLst>
              </p:cNvPr>
              <p:cNvSpPr/>
              <p:nvPr/>
            </p:nvSpPr>
            <p:spPr>
              <a:xfrm>
                <a:off x="7225283" y="4826793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483;p29">
                <a:extLst>
                  <a:ext uri="{FF2B5EF4-FFF2-40B4-BE49-F238E27FC236}">
                    <a16:creationId xmlns:a16="http://schemas.microsoft.com/office/drawing/2014/main" id="{809765E3-5C1F-657F-3D01-D9A9E8E30C0D}"/>
                  </a:ext>
                </a:extLst>
              </p:cNvPr>
              <p:cNvSpPr/>
              <p:nvPr/>
            </p:nvSpPr>
            <p:spPr>
              <a:xfrm>
                <a:off x="7255096" y="4737544"/>
                <a:ext cx="29718" cy="89344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89344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9345"/>
                    </a:lnTo>
                    <a:lnTo>
                      <a:pt x="0" y="8934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484;p29">
                <a:extLst>
                  <a:ext uri="{FF2B5EF4-FFF2-40B4-BE49-F238E27FC236}">
                    <a16:creationId xmlns:a16="http://schemas.microsoft.com/office/drawing/2014/main" id="{BCA84D5D-210B-5A54-D533-FBFE3963415D}"/>
                  </a:ext>
                </a:extLst>
              </p:cNvPr>
              <p:cNvSpPr/>
              <p:nvPr/>
            </p:nvSpPr>
            <p:spPr>
              <a:xfrm>
                <a:off x="7255096" y="4558855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5" name="Google Shape;1485;p29">
                <a:extLst>
                  <a:ext uri="{FF2B5EF4-FFF2-40B4-BE49-F238E27FC236}">
                    <a16:creationId xmlns:a16="http://schemas.microsoft.com/office/drawing/2014/main" id="{B9334542-9E64-00FC-166B-A0354D1D5587}"/>
                  </a:ext>
                </a:extLst>
              </p:cNvPr>
              <p:cNvSpPr/>
              <p:nvPr/>
            </p:nvSpPr>
            <p:spPr>
              <a:xfrm>
                <a:off x="7225283" y="4499419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6" name="Google Shape;1486;p29">
                <a:extLst>
                  <a:ext uri="{FF2B5EF4-FFF2-40B4-BE49-F238E27FC236}">
                    <a16:creationId xmlns:a16="http://schemas.microsoft.com/office/drawing/2014/main" id="{564B0F5C-F827-251E-2807-C980DEF3F46B}"/>
                  </a:ext>
                </a:extLst>
              </p:cNvPr>
              <p:cNvSpPr/>
              <p:nvPr/>
            </p:nvSpPr>
            <p:spPr>
              <a:xfrm>
                <a:off x="7195565" y="4469606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7" name="Google Shape;1487;p29">
                <a:extLst>
                  <a:ext uri="{FF2B5EF4-FFF2-40B4-BE49-F238E27FC236}">
                    <a16:creationId xmlns:a16="http://schemas.microsoft.com/office/drawing/2014/main" id="{5FFE10A4-BBFC-07F3-2EE8-466CCB301BA0}"/>
                  </a:ext>
                </a:extLst>
              </p:cNvPr>
              <p:cNvSpPr/>
              <p:nvPr/>
            </p:nvSpPr>
            <p:spPr>
              <a:xfrm>
                <a:off x="6927627" y="4469606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8" name="Google Shape;1488;p29">
                <a:extLst>
                  <a:ext uri="{FF2B5EF4-FFF2-40B4-BE49-F238E27FC236}">
                    <a16:creationId xmlns:a16="http://schemas.microsoft.com/office/drawing/2014/main" id="{F1FCBBB2-22A3-DEE0-F4D7-D56713E4A0D3}"/>
                  </a:ext>
                </a:extLst>
              </p:cNvPr>
              <p:cNvSpPr/>
              <p:nvPr/>
            </p:nvSpPr>
            <p:spPr>
              <a:xfrm>
                <a:off x="7136034" y="4439793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489;p29">
                <a:extLst>
                  <a:ext uri="{FF2B5EF4-FFF2-40B4-BE49-F238E27FC236}">
                    <a16:creationId xmlns:a16="http://schemas.microsoft.com/office/drawing/2014/main" id="{23E563DD-2DD3-3FFE-A109-841591A26A70}"/>
                  </a:ext>
                </a:extLst>
              </p:cNvPr>
              <p:cNvSpPr/>
              <p:nvPr/>
            </p:nvSpPr>
            <p:spPr>
              <a:xfrm>
                <a:off x="6957440" y="4439793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490;p29">
                <a:extLst>
                  <a:ext uri="{FF2B5EF4-FFF2-40B4-BE49-F238E27FC236}">
                    <a16:creationId xmlns:a16="http://schemas.microsoft.com/office/drawing/2014/main" id="{D957E3CB-E720-8F73-4E6F-A83A98621DCE}"/>
                  </a:ext>
                </a:extLst>
              </p:cNvPr>
              <p:cNvSpPr/>
              <p:nvPr/>
            </p:nvSpPr>
            <p:spPr>
              <a:xfrm>
                <a:off x="6897909" y="4499419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491;p29">
                <a:extLst>
                  <a:ext uri="{FF2B5EF4-FFF2-40B4-BE49-F238E27FC236}">
                    <a16:creationId xmlns:a16="http://schemas.microsoft.com/office/drawing/2014/main" id="{949392FD-797C-65B3-5592-01350A085F59}"/>
                  </a:ext>
                </a:extLst>
              </p:cNvPr>
              <p:cNvSpPr/>
              <p:nvPr/>
            </p:nvSpPr>
            <p:spPr>
              <a:xfrm>
                <a:off x="7016971" y="4410075"/>
                <a:ext cx="119062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29718" extrusionOk="0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492;p29">
                <a:extLst>
                  <a:ext uri="{FF2B5EF4-FFF2-40B4-BE49-F238E27FC236}">
                    <a16:creationId xmlns:a16="http://schemas.microsoft.com/office/drawing/2014/main" id="{9E0E5B90-ECCF-E43B-00EE-7DFA6965F79D}"/>
                  </a:ext>
                </a:extLst>
              </p:cNvPr>
              <p:cNvSpPr/>
              <p:nvPr/>
            </p:nvSpPr>
            <p:spPr>
              <a:xfrm>
                <a:off x="7284814" y="4618482"/>
                <a:ext cx="29718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119062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119063"/>
                    </a:lnTo>
                    <a:lnTo>
                      <a:pt x="0" y="11906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493;p29">
                <a:extLst>
                  <a:ext uri="{FF2B5EF4-FFF2-40B4-BE49-F238E27FC236}">
                    <a16:creationId xmlns:a16="http://schemas.microsoft.com/office/drawing/2014/main" id="{970F6347-5D5E-9B51-C193-8D572B402121}"/>
                  </a:ext>
                </a:extLst>
              </p:cNvPr>
              <p:cNvSpPr/>
              <p:nvPr/>
            </p:nvSpPr>
            <p:spPr>
              <a:xfrm>
                <a:off x="6778846" y="5183981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494;p29">
                <a:extLst>
                  <a:ext uri="{FF2B5EF4-FFF2-40B4-BE49-F238E27FC236}">
                    <a16:creationId xmlns:a16="http://schemas.microsoft.com/office/drawing/2014/main" id="{37385FF2-9E43-B3C0-190F-046299F5C6A3}"/>
                  </a:ext>
                </a:extLst>
              </p:cNvPr>
              <p:cNvSpPr/>
              <p:nvPr/>
            </p:nvSpPr>
            <p:spPr>
              <a:xfrm>
                <a:off x="6719315" y="5154168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5" name="Google Shape;1495;p29">
                <a:extLst>
                  <a:ext uri="{FF2B5EF4-FFF2-40B4-BE49-F238E27FC236}">
                    <a16:creationId xmlns:a16="http://schemas.microsoft.com/office/drawing/2014/main" id="{7450C613-0DDA-03C8-2097-A60106DEFBB7}"/>
                  </a:ext>
                </a:extLst>
              </p:cNvPr>
              <p:cNvSpPr/>
              <p:nvPr/>
            </p:nvSpPr>
            <p:spPr>
              <a:xfrm>
                <a:off x="6689502" y="5124450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6" name="Google Shape;1496;p29">
                <a:extLst>
                  <a:ext uri="{FF2B5EF4-FFF2-40B4-BE49-F238E27FC236}">
                    <a16:creationId xmlns:a16="http://schemas.microsoft.com/office/drawing/2014/main" id="{831FFD2A-A863-C596-6CA8-C9F842496FC8}"/>
                  </a:ext>
                </a:extLst>
              </p:cNvPr>
              <p:cNvSpPr/>
              <p:nvPr/>
            </p:nvSpPr>
            <p:spPr>
              <a:xfrm>
                <a:off x="6659784" y="5094732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7" name="Google Shape;1497;p29">
                <a:extLst>
                  <a:ext uri="{FF2B5EF4-FFF2-40B4-BE49-F238E27FC236}">
                    <a16:creationId xmlns:a16="http://schemas.microsoft.com/office/drawing/2014/main" id="{80BF85C8-D689-0346-FC51-E01D6AF1343E}"/>
                  </a:ext>
                </a:extLst>
              </p:cNvPr>
              <p:cNvSpPr/>
              <p:nvPr/>
            </p:nvSpPr>
            <p:spPr>
              <a:xfrm>
                <a:off x="6629971" y="5064918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8" name="Google Shape;1498;p29">
                <a:extLst>
                  <a:ext uri="{FF2B5EF4-FFF2-40B4-BE49-F238E27FC236}">
                    <a16:creationId xmlns:a16="http://schemas.microsoft.com/office/drawing/2014/main" id="{AEB85EFB-BBFA-C963-CD02-327A63255812}"/>
                  </a:ext>
                </a:extLst>
              </p:cNvPr>
              <p:cNvSpPr/>
              <p:nvPr/>
            </p:nvSpPr>
            <p:spPr>
              <a:xfrm>
                <a:off x="6600253" y="5035105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499;p29">
                <a:extLst>
                  <a:ext uri="{FF2B5EF4-FFF2-40B4-BE49-F238E27FC236}">
                    <a16:creationId xmlns:a16="http://schemas.microsoft.com/office/drawing/2014/main" id="{623AD19D-16BD-76BF-E50A-B2E2D1C2145C}"/>
                  </a:ext>
                </a:extLst>
              </p:cNvPr>
              <p:cNvSpPr/>
              <p:nvPr/>
            </p:nvSpPr>
            <p:spPr>
              <a:xfrm>
                <a:off x="6570439" y="5005387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500;p29">
                <a:extLst>
                  <a:ext uri="{FF2B5EF4-FFF2-40B4-BE49-F238E27FC236}">
                    <a16:creationId xmlns:a16="http://schemas.microsoft.com/office/drawing/2014/main" id="{731A34D9-BA3A-A1CC-DD8E-DAC3346FA2B9}"/>
                  </a:ext>
                </a:extLst>
              </p:cNvPr>
              <p:cNvSpPr/>
              <p:nvPr/>
            </p:nvSpPr>
            <p:spPr>
              <a:xfrm>
                <a:off x="6540721" y="4945856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1" name="Google Shape;1501;p29">
                <a:extLst>
                  <a:ext uri="{FF2B5EF4-FFF2-40B4-BE49-F238E27FC236}">
                    <a16:creationId xmlns:a16="http://schemas.microsoft.com/office/drawing/2014/main" id="{79DAF544-4734-E554-B877-DDC45049433D}"/>
                  </a:ext>
                </a:extLst>
              </p:cNvPr>
              <p:cNvSpPr/>
              <p:nvPr/>
            </p:nvSpPr>
            <p:spPr>
              <a:xfrm>
                <a:off x="6510908" y="4886325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2" name="Google Shape;1502;p29">
                <a:extLst>
                  <a:ext uri="{FF2B5EF4-FFF2-40B4-BE49-F238E27FC236}">
                    <a16:creationId xmlns:a16="http://schemas.microsoft.com/office/drawing/2014/main" id="{CE1A69EE-3558-7E56-ECF8-4CEFC346B2F1}"/>
                  </a:ext>
                </a:extLst>
              </p:cNvPr>
              <p:cNvSpPr/>
              <p:nvPr/>
            </p:nvSpPr>
            <p:spPr>
              <a:xfrm>
                <a:off x="6481190" y="4826793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3" name="Google Shape;1503;p29">
                <a:extLst>
                  <a:ext uri="{FF2B5EF4-FFF2-40B4-BE49-F238E27FC236}">
                    <a16:creationId xmlns:a16="http://schemas.microsoft.com/office/drawing/2014/main" id="{EE495B38-E56B-4C06-2151-992860C85046}"/>
                  </a:ext>
                </a:extLst>
              </p:cNvPr>
              <p:cNvSpPr/>
              <p:nvPr/>
            </p:nvSpPr>
            <p:spPr>
              <a:xfrm>
                <a:off x="6451377" y="4737544"/>
                <a:ext cx="29718" cy="89344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89344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9345"/>
                    </a:lnTo>
                    <a:lnTo>
                      <a:pt x="0" y="8934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4" name="Google Shape;1504;p29">
                <a:extLst>
                  <a:ext uri="{FF2B5EF4-FFF2-40B4-BE49-F238E27FC236}">
                    <a16:creationId xmlns:a16="http://schemas.microsoft.com/office/drawing/2014/main" id="{36EEE8B6-F130-9702-D483-342E6C316244}"/>
                  </a:ext>
                </a:extLst>
              </p:cNvPr>
              <p:cNvSpPr/>
              <p:nvPr/>
            </p:nvSpPr>
            <p:spPr>
              <a:xfrm>
                <a:off x="6451377" y="4558855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5" name="Google Shape;1505;p29">
                <a:extLst>
                  <a:ext uri="{FF2B5EF4-FFF2-40B4-BE49-F238E27FC236}">
                    <a16:creationId xmlns:a16="http://schemas.microsoft.com/office/drawing/2014/main" id="{14B39B26-1A6F-A42D-6EC2-F5208A7A2050}"/>
                  </a:ext>
                </a:extLst>
              </p:cNvPr>
              <p:cNvSpPr/>
              <p:nvPr/>
            </p:nvSpPr>
            <p:spPr>
              <a:xfrm>
                <a:off x="6481190" y="4499419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6" name="Google Shape;1506;p29">
                <a:extLst>
                  <a:ext uri="{FF2B5EF4-FFF2-40B4-BE49-F238E27FC236}">
                    <a16:creationId xmlns:a16="http://schemas.microsoft.com/office/drawing/2014/main" id="{3E66CFF3-5115-B2B3-54EB-13FEA55E6FDA}"/>
                  </a:ext>
                </a:extLst>
              </p:cNvPr>
              <p:cNvSpPr/>
              <p:nvPr/>
            </p:nvSpPr>
            <p:spPr>
              <a:xfrm>
                <a:off x="6510908" y="4588668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7" name="Google Shape;1507;p29">
                <a:extLst>
                  <a:ext uri="{FF2B5EF4-FFF2-40B4-BE49-F238E27FC236}">
                    <a16:creationId xmlns:a16="http://schemas.microsoft.com/office/drawing/2014/main" id="{B59B0D3E-E6CF-D8F3-B573-4F1414420281}"/>
                  </a:ext>
                </a:extLst>
              </p:cNvPr>
              <p:cNvSpPr/>
              <p:nvPr/>
            </p:nvSpPr>
            <p:spPr>
              <a:xfrm>
                <a:off x="6510908" y="4707731"/>
                <a:ext cx="29718" cy="89344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89344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9345"/>
                    </a:lnTo>
                    <a:lnTo>
                      <a:pt x="0" y="893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8" name="Google Shape;1508;p29">
                <a:extLst>
                  <a:ext uri="{FF2B5EF4-FFF2-40B4-BE49-F238E27FC236}">
                    <a16:creationId xmlns:a16="http://schemas.microsoft.com/office/drawing/2014/main" id="{1F34B59B-AD2C-9149-8607-79D265E6A4DB}"/>
                  </a:ext>
                </a:extLst>
              </p:cNvPr>
              <p:cNvSpPr/>
              <p:nvPr/>
            </p:nvSpPr>
            <p:spPr>
              <a:xfrm>
                <a:off x="6540721" y="4796980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509;p29">
                <a:extLst>
                  <a:ext uri="{FF2B5EF4-FFF2-40B4-BE49-F238E27FC236}">
                    <a16:creationId xmlns:a16="http://schemas.microsoft.com/office/drawing/2014/main" id="{95EBA81C-6E9E-265E-F1F8-122D5D08765A}"/>
                  </a:ext>
                </a:extLst>
              </p:cNvPr>
              <p:cNvSpPr/>
              <p:nvPr/>
            </p:nvSpPr>
            <p:spPr>
              <a:xfrm>
                <a:off x="6570439" y="4856607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0" name="Google Shape;1510;p29">
                <a:extLst>
                  <a:ext uri="{FF2B5EF4-FFF2-40B4-BE49-F238E27FC236}">
                    <a16:creationId xmlns:a16="http://schemas.microsoft.com/office/drawing/2014/main" id="{43180391-4309-D725-0997-15963F2E90DC}"/>
                  </a:ext>
                </a:extLst>
              </p:cNvPr>
              <p:cNvSpPr/>
              <p:nvPr/>
            </p:nvSpPr>
            <p:spPr>
              <a:xfrm>
                <a:off x="6600253" y="4916043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1" name="Google Shape;1511;p29">
                <a:extLst>
                  <a:ext uri="{FF2B5EF4-FFF2-40B4-BE49-F238E27FC236}">
                    <a16:creationId xmlns:a16="http://schemas.microsoft.com/office/drawing/2014/main" id="{ABB4C283-4D96-8B6D-55B5-2A99B83C1E64}"/>
                  </a:ext>
                </a:extLst>
              </p:cNvPr>
              <p:cNvSpPr/>
              <p:nvPr/>
            </p:nvSpPr>
            <p:spPr>
              <a:xfrm>
                <a:off x="6629971" y="4975669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2" name="Google Shape;1512;p29">
                <a:extLst>
                  <a:ext uri="{FF2B5EF4-FFF2-40B4-BE49-F238E27FC236}">
                    <a16:creationId xmlns:a16="http://schemas.microsoft.com/office/drawing/2014/main" id="{B6B67C4A-D585-FC64-D024-9772B71B8AEF}"/>
                  </a:ext>
                </a:extLst>
              </p:cNvPr>
              <p:cNvSpPr/>
              <p:nvPr/>
            </p:nvSpPr>
            <p:spPr>
              <a:xfrm>
                <a:off x="6659784" y="5005387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3" name="Google Shape;1513;p29">
                <a:extLst>
                  <a:ext uri="{FF2B5EF4-FFF2-40B4-BE49-F238E27FC236}">
                    <a16:creationId xmlns:a16="http://schemas.microsoft.com/office/drawing/2014/main" id="{3B6F6172-F523-E133-152C-4AAF6D09CE2B}"/>
                  </a:ext>
                </a:extLst>
              </p:cNvPr>
              <p:cNvSpPr/>
              <p:nvPr/>
            </p:nvSpPr>
            <p:spPr>
              <a:xfrm>
                <a:off x="6689502" y="5035105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4" name="Google Shape;1514;p29">
                <a:extLst>
                  <a:ext uri="{FF2B5EF4-FFF2-40B4-BE49-F238E27FC236}">
                    <a16:creationId xmlns:a16="http://schemas.microsoft.com/office/drawing/2014/main" id="{8B30DFD8-AE4A-E4C9-0045-27C06703F1C2}"/>
                  </a:ext>
                </a:extLst>
              </p:cNvPr>
              <p:cNvSpPr/>
              <p:nvPr/>
            </p:nvSpPr>
            <p:spPr>
              <a:xfrm>
                <a:off x="6719315" y="5064918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5" name="Google Shape;1515;p29">
                <a:extLst>
                  <a:ext uri="{FF2B5EF4-FFF2-40B4-BE49-F238E27FC236}">
                    <a16:creationId xmlns:a16="http://schemas.microsoft.com/office/drawing/2014/main" id="{864A3BA2-B1B9-CAEE-848D-4852264DF3AB}"/>
                  </a:ext>
                </a:extLst>
              </p:cNvPr>
              <p:cNvSpPr/>
              <p:nvPr/>
            </p:nvSpPr>
            <p:spPr>
              <a:xfrm>
                <a:off x="6987158" y="5064918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6" name="Google Shape;1516;p29">
                <a:extLst>
                  <a:ext uri="{FF2B5EF4-FFF2-40B4-BE49-F238E27FC236}">
                    <a16:creationId xmlns:a16="http://schemas.microsoft.com/office/drawing/2014/main" id="{EA24AAE3-9C4E-FB7D-1EF8-67D7E84D7DBA}"/>
                  </a:ext>
                </a:extLst>
              </p:cNvPr>
              <p:cNvSpPr/>
              <p:nvPr/>
            </p:nvSpPr>
            <p:spPr>
              <a:xfrm>
                <a:off x="7016971" y="5035105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7" name="Google Shape;1517;p29">
                <a:extLst>
                  <a:ext uri="{FF2B5EF4-FFF2-40B4-BE49-F238E27FC236}">
                    <a16:creationId xmlns:a16="http://schemas.microsoft.com/office/drawing/2014/main" id="{530AE9F5-BF62-1DC3-B315-A2615B7F53FA}"/>
                  </a:ext>
                </a:extLst>
              </p:cNvPr>
              <p:cNvSpPr/>
              <p:nvPr/>
            </p:nvSpPr>
            <p:spPr>
              <a:xfrm>
                <a:off x="7046689" y="5005387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8" name="Google Shape;1518;p29">
                <a:extLst>
                  <a:ext uri="{FF2B5EF4-FFF2-40B4-BE49-F238E27FC236}">
                    <a16:creationId xmlns:a16="http://schemas.microsoft.com/office/drawing/2014/main" id="{7B60A93C-7997-E9DF-B4C1-D18836DC5E9B}"/>
                  </a:ext>
                </a:extLst>
              </p:cNvPr>
              <p:cNvSpPr/>
              <p:nvPr/>
            </p:nvSpPr>
            <p:spPr>
              <a:xfrm>
                <a:off x="7076503" y="4975669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9" name="Google Shape;1519;p29">
                <a:extLst>
                  <a:ext uri="{FF2B5EF4-FFF2-40B4-BE49-F238E27FC236}">
                    <a16:creationId xmlns:a16="http://schemas.microsoft.com/office/drawing/2014/main" id="{E8C77A59-00FE-3AD2-4541-3EB325FAB757}"/>
                  </a:ext>
                </a:extLst>
              </p:cNvPr>
              <p:cNvSpPr/>
              <p:nvPr/>
            </p:nvSpPr>
            <p:spPr>
              <a:xfrm>
                <a:off x="7106221" y="4916043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0" name="Google Shape;1520;p29">
                <a:extLst>
                  <a:ext uri="{FF2B5EF4-FFF2-40B4-BE49-F238E27FC236}">
                    <a16:creationId xmlns:a16="http://schemas.microsoft.com/office/drawing/2014/main" id="{4A5D5313-7E84-4E15-DF3F-D7C246B96A40}"/>
                  </a:ext>
                </a:extLst>
              </p:cNvPr>
              <p:cNvSpPr/>
              <p:nvPr/>
            </p:nvSpPr>
            <p:spPr>
              <a:xfrm>
                <a:off x="7136034" y="4856607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1" name="Google Shape;1521;p29">
                <a:extLst>
                  <a:ext uri="{FF2B5EF4-FFF2-40B4-BE49-F238E27FC236}">
                    <a16:creationId xmlns:a16="http://schemas.microsoft.com/office/drawing/2014/main" id="{992550E5-38B8-4A62-119C-8473163F244D}"/>
                  </a:ext>
                </a:extLst>
              </p:cNvPr>
              <p:cNvSpPr/>
              <p:nvPr/>
            </p:nvSpPr>
            <p:spPr>
              <a:xfrm>
                <a:off x="7165752" y="4796980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2" name="Google Shape;1522;p29">
                <a:extLst>
                  <a:ext uri="{FF2B5EF4-FFF2-40B4-BE49-F238E27FC236}">
                    <a16:creationId xmlns:a16="http://schemas.microsoft.com/office/drawing/2014/main" id="{AC8ACCE2-0854-E1A8-2DAF-4F0AC7EE5576}"/>
                  </a:ext>
                </a:extLst>
              </p:cNvPr>
              <p:cNvSpPr/>
              <p:nvPr/>
            </p:nvSpPr>
            <p:spPr>
              <a:xfrm>
                <a:off x="7225283" y="4648200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3" name="Google Shape;1523;p29">
                <a:extLst>
                  <a:ext uri="{FF2B5EF4-FFF2-40B4-BE49-F238E27FC236}">
                    <a16:creationId xmlns:a16="http://schemas.microsoft.com/office/drawing/2014/main" id="{6584F547-5AFB-6F6C-3424-319516D1B714}"/>
                  </a:ext>
                </a:extLst>
              </p:cNvPr>
              <p:cNvSpPr/>
              <p:nvPr/>
            </p:nvSpPr>
            <p:spPr>
              <a:xfrm>
                <a:off x="7195565" y="4588668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4" name="Google Shape;1524;p29">
                <a:extLst>
                  <a:ext uri="{FF2B5EF4-FFF2-40B4-BE49-F238E27FC236}">
                    <a16:creationId xmlns:a16="http://schemas.microsoft.com/office/drawing/2014/main" id="{DC57DFC9-F3B8-CA1F-A360-01E82407DE55}"/>
                  </a:ext>
                </a:extLst>
              </p:cNvPr>
              <p:cNvSpPr/>
              <p:nvPr/>
            </p:nvSpPr>
            <p:spPr>
              <a:xfrm>
                <a:off x="7165752" y="4529137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5" name="Google Shape;1525;p29">
                <a:extLst>
                  <a:ext uri="{FF2B5EF4-FFF2-40B4-BE49-F238E27FC236}">
                    <a16:creationId xmlns:a16="http://schemas.microsoft.com/office/drawing/2014/main" id="{588C6BA3-54D9-3A02-B258-90539F012C9C}"/>
                  </a:ext>
                </a:extLst>
              </p:cNvPr>
              <p:cNvSpPr/>
              <p:nvPr/>
            </p:nvSpPr>
            <p:spPr>
              <a:xfrm>
                <a:off x="7106221" y="4499419"/>
                <a:ext cx="59531" cy="30099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30099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30099"/>
                    </a:lnTo>
                    <a:lnTo>
                      <a:pt x="0" y="3009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526;p29">
                <a:extLst>
                  <a:ext uri="{FF2B5EF4-FFF2-40B4-BE49-F238E27FC236}">
                    <a16:creationId xmlns:a16="http://schemas.microsoft.com/office/drawing/2014/main" id="{99B01740-5FC6-CCF6-A260-055C9D8B07EB}"/>
                  </a:ext>
                </a:extLst>
              </p:cNvPr>
              <p:cNvSpPr/>
              <p:nvPr/>
            </p:nvSpPr>
            <p:spPr>
              <a:xfrm>
                <a:off x="7046689" y="4469606"/>
                <a:ext cx="59531" cy="30099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30099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30099"/>
                    </a:lnTo>
                    <a:lnTo>
                      <a:pt x="0" y="3009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7" name="Google Shape;1527;p29">
                <a:extLst>
                  <a:ext uri="{FF2B5EF4-FFF2-40B4-BE49-F238E27FC236}">
                    <a16:creationId xmlns:a16="http://schemas.microsoft.com/office/drawing/2014/main" id="{5338EB12-1272-F399-46A4-DCA5E50018ED}"/>
                  </a:ext>
                </a:extLst>
              </p:cNvPr>
              <p:cNvSpPr/>
              <p:nvPr/>
            </p:nvSpPr>
            <p:spPr>
              <a:xfrm>
                <a:off x="6987158" y="4499419"/>
                <a:ext cx="59531" cy="30099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30099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30099"/>
                    </a:lnTo>
                    <a:lnTo>
                      <a:pt x="0" y="3009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8" name="Google Shape;1528;p29">
                <a:extLst>
                  <a:ext uri="{FF2B5EF4-FFF2-40B4-BE49-F238E27FC236}">
                    <a16:creationId xmlns:a16="http://schemas.microsoft.com/office/drawing/2014/main" id="{B3A3B95F-5942-E0F0-4A04-F1FB6CBE8D05}"/>
                  </a:ext>
                </a:extLst>
              </p:cNvPr>
              <p:cNvSpPr/>
              <p:nvPr/>
            </p:nvSpPr>
            <p:spPr>
              <a:xfrm>
                <a:off x="6957440" y="4529137"/>
                <a:ext cx="29718" cy="30099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30099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30099"/>
                    </a:lnTo>
                    <a:lnTo>
                      <a:pt x="0" y="3009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9" name="Google Shape;1529;p29">
                <a:extLst>
                  <a:ext uri="{FF2B5EF4-FFF2-40B4-BE49-F238E27FC236}">
                    <a16:creationId xmlns:a16="http://schemas.microsoft.com/office/drawing/2014/main" id="{66E60C08-D8C5-694F-3FE5-9E76DD21D5C9}"/>
                  </a:ext>
                </a:extLst>
              </p:cNvPr>
              <p:cNvSpPr/>
              <p:nvPr/>
            </p:nvSpPr>
            <p:spPr>
              <a:xfrm>
                <a:off x="7195565" y="4707731"/>
                <a:ext cx="29718" cy="89344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89344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89345"/>
                    </a:lnTo>
                    <a:lnTo>
                      <a:pt x="0" y="893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0" name="Google Shape;1530;p29">
                <a:extLst>
                  <a:ext uri="{FF2B5EF4-FFF2-40B4-BE49-F238E27FC236}">
                    <a16:creationId xmlns:a16="http://schemas.microsoft.com/office/drawing/2014/main" id="{D3F5752D-0973-3E89-DE05-B42A1DF20112}"/>
                  </a:ext>
                </a:extLst>
              </p:cNvPr>
              <p:cNvSpPr/>
              <p:nvPr/>
            </p:nvSpPr>
            <p:spPr>
              <a:xfrm>
                <a:off x="6749033" y="5094732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1" name="Google Shape;1531;p29">
                <a:extLst>
                  <a:ext uri="{FF2B5EF4-FFF2-40B4-BE49-F238E27FC236}">
                    <a16:creationId xmlns:a16="http://schemas.microsoft.com/office/drawing/2014/main" id="{15BD5E30-678C-2A01-366E-C36C6DD96F39}"/>
                  </a:ext>
                </a:extLst>
              </p:cNvPr>
              <p:cNvSpPr/>
              <p:nvPr/>
            </p:nvSpPr>
            <p:spPr>
              <a:xfrm>
                <a:off x="6927627" y="5094732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2" name="Google Shape;1532;p29">
                <a:extLst>
                  <a:ext uri="{FF2B5EF4-FFF2-40B4-BE49-F238E27FC236}">
                    <a16:creationId xmlns:a16="http://schemas.microsoft.com/office/drawing/2014/main" id="{1B041E33-3CDB-248E-C8A8-3B06F59BE905}"/>
                  </a:ext>
                </a:extLst>
              </p:cNvPr>
              <p:cNvSpPr/>
              <p:nvPr/>
            </p:nvSpPr>
            <p:spPr>
              <a:xfrm>
                <a:off x="6808564" y="5124450"/>
                <a:ext cx="119062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29718" extrusionOk="0">
                    <a:moveTo>
                      <a:pt x="0" y="0"/>
                    </a:moveTo>
                    <a:lnTo>
                      <a:pt x="119062" y="0"/>
                    </a:lnTo>
                    <a:lnTo>
                      <a:pt x="119062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3" name="Google Shape;1533;p29">
                <a:extLst>
                  <a:ext uri="{FF2B5EF4-FFF2-40B4-BE49-F238E27FC236}">
                    <a16:creationId xmlns:a16="http://schemas.microsoft.com/office/drawing/2014/main" id="{E1EA41BB-8EC9-9769-9FA2-DFE24316B7B7}"/>
                  </a:ext>
                </a:extLst>
              </p:cNvPr>
              <p:cNvSpPr/>
              <p:nvPr/>
            </p:nvSpPr>
            <p:spPr>
              <a:xfrm>
                <a:off x="6778846" y="4856607"/>
                <a:ext cx="178593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178593" h="29718" extrusionOk="0">
                    <a:moveTo>
                      <a:pt x="0" y="0"/>
                    </a:moveTo>
                    <a:lnTo>
                      <a:pt x="178594" y="0"/>
                    </a:lnTo>
                    <a:lnTo>
                      <a:pt x="178594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4" name="Google Shape;1534;p29">
                <a:extLst>
                  <a:ext uri="{FF2B5EF4-FFF2-40B4-BE49-F238E27FC236}">
                    <a16:creationId xmlns:a16="http://schemas.microsoft.com/office/drawing/2014/main" id="{36320E32-200C-BE33-B200-A17291739048}"/>
                  </a:ext>
                </a:extLst>
              </p:cNvPr>
              <p:cNvSpPr/>
              <p:nvPr/>
            </p:nvSpPr>
            <p:spPr>
              <a:xfrm>
                <a:off x="6957440" y="4826793"/>
                <a:ext cx="89344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89344" h="29718" extrusionOk="0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5" name="Google Shape;1535;p29">
                <a:extLst>
                  <a:ext uri="{FF2B5EF4-FFF2-40B4-BE49-F238E27FC236}">
                    <a16:creationId xmlns:a16="http://schemas.microsoft.com/office/drawing/2014/main" id="{E07A31EE-4C1F-E870-F407-A5818CCB0C97}"/>
                  </a:ext>
                </a:extLst>
              </p:cNvPr>
              <p:cNvSpPr/>
              <p:nvPr/>
            </p:nvSpPr>
            <p:spPr>
              <a:xfrm>
                <a:off x="6689502" y="4826793"/>
                <a:ext cx="89344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89344" h="29718" extrusionOk="0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6" name="Google Shape;1536;p29">
                <a:extLst>
                  <a:ext uri="{FF2B5EF4-FFF2-40B4-BE49-F238E27FC236}">
                    <a16:creationId xmlns:a16="http://schemas.microsoft.com/office/drawing/2014/main" id="{46EA7D03-501D-0048-A8E0-DD9DCB569FC0}"/>
                  </a:ext>
                </a:extLst>
              </p:cNvPr>
              <p:cNvSpPr/>
              <p:nvPr/>
            </p:nvSpPr>
            <p:spPr>
              <a:xfrm>
                <a:off x="7046689" y="4796980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7" name="Google Shape;1537;p29">
                <a:extLst>
                  <a:ext uri="{FF2B5EF4-FFF2-40B4-BE49-F238E27FC236}">
                    <a16:creationId xmlns:a16="http://schemas.microsoft.com/office/drawing/2014/main" id="{1D253A04-BCE2-5046-C622-042D0F44272E}"/>
                  </a:ext>
                </a:extLst>
              </p:cNvPr>
              <p:cNvSpPr/>
              <p:nvPr/>
            </p:nvSpPr>
            <p:spPr>
              <a:xfrm>
                <a:off x="6629971" y="4796980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8" name="Google Shape;1538;p29">
                <a:extLst>
                  <a:ext uri="{FF2B5EF4-FFF2-40B4-BE49-F238E27FC236}">
                    <a16:creationId xmlns:a16="http://schemas.microsoft.com/office/drawing/2014/main" id="{C02CDAB4-524E-3921-19E6-E7FB43522F8D}"/>
                  </a:ext>
                </a:extLst>
              </p:cNvPr>
              <p:cNvSpPr/>
              <p:nvPr/>
            </p:nvSpPr>
            <p:spPr>
              <a:xfrm>
                <a:off x="6629971" y="4737544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9" name="Google Shape;1539;p29">
                <a:extLst>
                  <a:ext uri="{FF2B5EF4-FFF2-40B4-BE49-F238E27FC236}">
                    <a16:creationId xmlns:a16="http://schemas.microsoft.com/office/drawing/2014/main" id="{D027321A-87C0-E4AF-77ED-6F131EEEF0B5}"/>
                  </a:ext>
                </a:extLst>
              </p:cNvPr>
              <p:cNvSpPr/>
              <p:nvPr/>
            </p:nvSpPr>
            <p:spPr>
              <a:xfrm>
                <a:off x="6689502" y="4707731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0" name="Google Shape;1540;p29">
                <a:extLst>
                  <a:ext uri="{FF2B5EF4-FFF2-40B4-BE49-F238E27FC236}">
                    <a16:creationId xmlns:a16="http://schemas.microsoft.com/office/drawing/2014/main" id="{12D045B2-1CEC-659F-05D4-095F32ED6B7A}"/>
                  </a:ext>
                </a:extLst>
              </p:cNvPr>
              <p:cNvSpPr/>
              <p:nvPr/>
            </p:nvSpPr>
            <p:spPr>
              <a:xfrm>
                <a:off x="7046689" y="4737544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1" name="Google Shape;1541;p29">
                <a:extLst>
                  <a:ext uri="{FF2B5EF4-FFF2-40B4-BE49-F238E27FC236}">
                    <a16:creationId xmlns:a16="http://schemas.microsoft.com/office/drawing/2014/main" id="{FE6FADF0-E5B6-A1FB-C4BF-31CC2016750D}"/>
                  </a:ext>
                </a:extLst>
              </p:cNvPr>
              <p:cNvSpPr/>
              <p:nvPr/>
            </p:nvSpPr>
            <p:spPr>
              <a:xfrm>
                <a:off x="6987158" y="4707731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2" name="Google Shape;1542;p29">
                <a:extLst>
                  <a:ext uri="{FF2B5EF4-FFF2-40B4-BE49-F238E27FC236}">
                    <a16:creationId xmlns:a16="http://schemas.microsoft.com/office/drawing/2014/main" id="{81B48B7B-177F-D86F-27CA-F4C4C509A5FA}"/>
                  </a:ext>
                </a:extLst>
              </p:cNvPr>
              <p:cNvSpPr/>
              <p:nvPr/>
            </p:nvSpPr>
            <p:spPr>
              <a:xfrm>
                <a:off x="6749033" y="4677918"/>
                <a:ext cx="238125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9718" extrusionOk="0">
                    <a:moveTo>
                      <a:pt x="0" y="0"/>
                    </a:moveTo>
                    <a:lnTo>
                      <a:pt x="238125" y="0"/>
                    </a:lnTo>
                    <a:lnTo>
                      <a:pt x="23812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3" name="Google Shape;1543;p29">
                <a:extLst>
                  <a:ext uri="{FF2B5EF4-FFF2-40B4-BE49-F238E27FC236}">
                    <a16:creationId xmlns:a16="http://schemas.microsoft.com/office/drawing/2014/main" id="{51A53580-FDFC-C5BF-3E54-9DD227795766}"/>
                  </a:ext>
                </a:extLst>
              </p:cNvPr>
              <p:cNvSpPr/>
              <p:nvPr/>
            </p:nvSpPr>
            <p:spPr>
              <a:xfrm>
                <a:off x="7106221" y="4767262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4" name="Google Shape;1544;p29">
                <a:extLst>
                  <a:ext uri="{FF2B5EF4-FFF2-40B4-BE49-F238E27FC236}">
                    <a16:creationId xmlns:a16="http://schemas.microsoft.com/office/drawing/2014/main" id="{B92B7649-A2D3-EC88-2703-3C61DBD3E8FE}"/>
                  </a:ext>
                </a:extLst>
              </p:cNvPr>
              <p:cNvSpPr/>
              <p:nvPr/>
            </p:nvSpPr>
            <p:spPr>
              <a:xfrm>
                <a:off x="6600253" y="4767262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5" name="Google Shape;1545;p29">
                <a:extLst>
                  <a:ext uri="{FF2B5EF4-FFF2-40B4-BE49-F238E27FC236}">
                    <a16:creationId xmlns:a16="http://schemas.microsoft.com/office/drawing/2014/main" id="{C85BF94F-CF2C-A4B2-D733-6CC71028945A}"/>
                  </a:ext>
                </a:extLst>
              </p:cNvPr>
              <p:cNvSpPr/>
              <p:nvPr/>
            </p:nvSpPr>
            <p:spPr>
              <a:xfrm>
                <a:off x="6838378" y="5183981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6" name="Google Shape;1546;p29">
                <a:extLst>
                  <a:ext uri="{FF2B5EF4-FFF2-40B4-BE49-F238E27FC236}">
                    <a16:creationId xmlns:a16="http://schemas.microsoft.com/office/drawing/2014/main" id="{B7CF4F5F-7595-DBC6-2FC7-F70218FD9AFE}"/>
                  </a:ext>
                </a:extLst>
              </p:cNvPr>
              <p:cNvSpPr/>
              <p:nvPr/>
            </p:nvSpPr>
            <p:spPr>
              <a:xfrm>
                <a:off x="6838378" y="5154168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7" name="Google Shape;1547;p29">
                <a:extLst>
                  <a:ext uri="{FF2B5EF4-FFF2-40B4-BE49-F238E27FC236}">
                    <a16:creationId xmlns:a16="http://schemas.microsoft.com/office/drawing/2014/main" id="{458E06C7-E995-FF4D-5158-2E8922CA90C1}"/>
                  </a:ext>
                </a:extLst>
              </p:cNvPr>
              <p:cNvSpPr/>
              <p:nvPr/>
            </p:nvSpPr>
            <p:spPr>
              <a:xfrm>
                <a:off x="6868096" y="4410075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8" name="Google Shape;1548;p29">
                <a:extLst>
                  <a:ext uri="{FF2B5EF4-FFF2-40B4-BE49-F238E27FC236}">
                    <a16:creationId xmlns:a16="http://schemas.microsoft.com/office/drawing/2014/main" id="{A34C8ACB-1269-CE34-6D22-D34150231040}"/>
                  </a:ext>
                </a:extLst>
              </p:cNvPr>
              <p:cNvSpPr/>
              <p:nvPr/>
            </p:nvSpPr>
            <p:spPr>
              <a:xfrm>
                <a:off x="7136034" y="4916043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9" name="Google Shape;1549;p29">
                <a:extLst>
                  <a:ext uri="{FF2B5EF4-FFF2-40B4-BE49-F238E27FC236}">
                    <a16:creationId xmlns:a16="http://schemas.microsoft.com/office/drawing/2014/main" id="{31C7F877-74A1-6CD4-94BF-6196021354E7}"/>
                  </a:ext>
                </a:extLst>
              </p:cNvPr>
              <p:cNvSpPr/>
              <p:nvPr/>
            </p:nvSpPr>
            <p:spPr>
              <a:xfrm>
                <a:off x="7106220" y="4945856"/>
                <a:ext cx="59531" cy="89249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89249" extrusionOk="0">
                    <a:moveTo>
                      <a:pt x="59531" y="0"/>
                    </a:moveTo>
                    <a:lnTo>
                      <a:pt x="59531" y="59531"/>
                    </a:lnTo>
                    <a:lnTo>
                      <a:pt x="29813" y="59531"/>
                    </a:lnTo>
                    <a:lnTo>
                      <a:pt x="29813" y="89249"/>
                    </a:lnTo>
                    <a:lnTo>
                      <a:pt x="0" y="89249"/>
                    </a:lnTo>
                    <a:lnTo>
                      <a:pt x="0" y="29813"/>
                    </a:lnTo>
                    <a:lnTo>
                      <a:pt x="29813" y="29813"/>
                    </a:lnTo>
                    <a:lnTo>
                      <a:pt x="29813" y="0"/>
                    </a:lnTo>
                    <a:lnTo>
                      <a:pt x="595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0" name="Google Shape;1550;p29">
                <a:extLst>
                  <a:ext uri="{FF2B5EF4-FFF2-40B4-BE49-F238E27FC236}">
                    <a16:creationId xmlns:a16="http://schemas.microsoft.com/office/drawing/2014/main" id="{A1358354-898F-C114-29A8-5C5B71A4210F}"/>
                  </a:ext>
                </a:extLst>
              </p:cNvPr>
              <p:cNvSpPr/>
              <p:nvPr/>
            </p:nvSpPr>
            <p:spPr>
              <a:xfrm>
                <a:off x="7076503" y="5005387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1" name="Google Shape;1551;p29">
                <a:extLst>
                  <a:ext uri="{FF2B5EF4-FFF2-40B4-BE49-F238E27FC236}">
                    <a16:creationId xmlns:a16="http://schemas.microsoft.com/office/drawing/2014/main" id="{D254603E-CB69-79B6-26E3-1AECAAB46D67}"/>
                  </a:ext>
                </a:extLst>
              </p:cNvPr>
              <p:cNvSpPr/>
              <p:nvPr/>
            </p:nvSpPr>
            <p:spPr>
              <a:xfrm>
                <a:off x="7046689" y="5035105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2" name="Google Shape;1552;p29">
                <a:extLst>
                  <a:ext uri="{FF2B5EF4-FFF2-40B4-BE49-F238E27FC236}">
                    <a16:creationId xmlns:a16="http://schemas.microsoft.com/office/drawing/2014/main" id="{2569861F-5A28-C320-B02D-07DE2A132AB3}"/>
                  </a:ext>
                </a:extLst>
              </p:cNvPr>
              <p:cNvSpPr/>
              <p:nvPr/>
            </p:nvSpPr>
            <p:spPr>
              <a:xfrm>
                <a:off x="7046689" y="5064918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3" name="Google Shape;1553;p29">
                <a:extLst>
                  <a:ext uri="{FF2B5EF4-FFF2-40B4-BE49-F238E27FC236}">
                    <a16:creationId xmlns:a16="http://schemas.microsoft.com/office/drawing/2014/main" id="{8CA8E38F-2627-9B31-80CF-FB8C9EBFAA4C}"/>
                  </a:ext>
                </a:extLst>
              </p:cNvPr>
              <p:cNvSpPr/>
              <p:nvPr/>
            </p:nvSpPr>
            <p:spPr>
              <a:xfrm>
                <a:off x="6897909" y="5124450"/>
                <a:ext cx="119062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59531" extrusionOk="0">
                    <a:moveTo>
                      <a:pt x="119063" y="0"/>
                    </a:moveTo>
                    <a:lnTo>
                      <a:pt x="119063" y="29718"/>
                    </a:lnTo>
                    <a:lnTo>
                      <a:pt x="59531" y="29718"/>
                    </a:lnTo>
                    <a:lnTo>
                      <a:pt x="59531" y="59531"/>
                    </a:lnTo>
                    <a:lnTo>
                      <a:pt x="0" y="59531"/>
                    </a:lnTo>
                    <a:lnTo>
                      <a:pt x="0" y="29718"/>
                    </a:lnTo>
                    <a:lnTo>
                      <a:pt x="29718" y="29718"/>
                    </a:lnTo>
                    <a:lnTo>
                      <a:pt x="29718" y="0"/>
                    </a:lnTo>
                    <a:lnTo>
                      <a:pt x="11906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4" name="Google Shape;1554;p29">
                <a:extLst>
                  <a:ext uri="{FF2B5EF4-FFF2-40B4-BE49-F238E27FC236}">
                    <a16:creationId xmlns:a16="http://schemas.microsoft.com/office/drawing/2014/main" id="{16D6C57F-4189-2484-A8CF-23FADEA11398}"/>
                  </a:ext>
                </a:extLst>
              </p:cNvPr>
              <p:cNvSpPr/>
              <p:nvPr/>
            </p:nvSpPr>
            <p:spPr>
              <a:xfrm>
                <a:off x="7016971" y="5064918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5" name="Google Shape;1555;p29">
                <a:extLst>
                  <a:ext uri="{FF2B5EF4-FFF2-40B4-BE49-F238E27FC236}">
                    <a16:creationId xmlns:a16="http://schemas.microsoft.com/office/drawing/2014/main" id="{6BFD1FA8-4C10-9012-21D8-BE1790B480C8}"/>
                  </a:ext>
                </a:extLst>
              </p:cNvPr>
              <p:cNvSpPr/>
              <p:nvPr/>
            </p:nvSpPr>
            <p:spPr>
              <a:xfrm>
                <a:off x="6987158" y="5094732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6" name="Google Shape;1556;p29">
                <a:extLst>
                  <a:ext uri="{FF2B5EF4-FFF2-40B4-BE49-F238E27FC236}">
                    <a16:creationId xmlns:a16="http://schemas.microsoft.com/office/drawing/2014/main" id="{3BC9E3F6-695B-8DC5-D4AC-A530A93FFB18}"/>
                  </a:ext>
                </a:extLst>
              </p:cNvPr>
              <p:cNvSpPr/>
              <p:nvPr/>
            </p:nvSpPr>
            <p:spPr>
              <a:xfrm>
                <a:off x="6481190" y="4648200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7" name="Google Shape;1557;p29">
                <a:extLst>
                  <a:ext uri="{FF2B5EF4-FFF2-40B4-BE49-F238E27FC236}">
                    <a16:creationId xmlns:a16="http://schemas.microsoft.com/office/drawing/2014/main" id="{B74997DD-46D0-26BC-83AD-21979968832B}"/>
                  </a:ext>
                </a:extLst>
              </p:cNvPr>
              <p:cNvSpPr/>
              <p:nvPr/>
            </p:nvSpPr>
            <p:spPr>
              <a:xfrm>
                <a:off x="6510908" y="4469606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8" name="Google Shape;1558;p29">
                <a:extLst>
                  <a:ext uri="{FF2B5EF4-FFF2-40B4-BE49-F238E27FC236}">
                    <a16:creationId xmlns:a16="http://schemas.microsoft.com/office/drawing/2014/main" id="{3D9A486A-4B27-4CBA-6DBD-4FC1956AF660}"/>
                  </a:ext>
                </a:extLst>
              </p:cNvPr>
              <p:cNvSpPr/>
              <p:nvPr/>
            </p:nvSpPr>
            <p:spPr>
              <a:xfrm>
                <a:off x="6540721" y="4529137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9" name="Google Shape;1559;p29">
                <a:extLst>
                  <a:ext uri="{FF2B5EF4-FFF2-40B4-BE49-F238E27FC236}">
                    <a16:creationId xmlns:a16="http://schemas.microsoft.com/office/drawing/2014/main" id="{05055792-A4B5-128E-5A46-02CB43F8627F}"/>
                  </a:ext>
                </a:extLst>
              </p:cNvPr>
              <p:cNvSpPr/>
              <p:nvPr/>
            </p:nvSpPr>
            <p:spPr>
              <a:xfrm>
                <a:off x="6778846" y="4469606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0" name="Google Shape;1560;p29">
                <a:extLst>
                  <a:ext uri="{FF2B5EF4-FFF2-40B4-BE49-F238E27FC236}">
                    <a16:creationId xmlns:a16="http://schemas.microsoft.com/office/drawing/2014/main" id="{541E0735-A33C-F493-3942-F766F5EEDD2D}"/>
                  </a:ext>
                </a:extLst>
              </p:cNvPr>
              <p:cNvSpPr/>
              <p:nvPr/>
            </p:nvSpPr>
            <p:spPr>
              <a:xfrm>
                <a:off x="6778846" y="4380357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1" name="Google Shape;1561;p29">
                <a:extLst>
                  <a:ext uri="{FF2B5EF4-FFF2-40B4-BE49-F238E27FC236}">
                    <a16:creationId xmlns:a16="http://schemas.microsoft.com/office/drawing/2014/main" id="{76B9AB73-D61C-E0CB-A5A4-8C7E67ABB4FB}"/>
                  </a:ext>
                </a:extLst>
              </p:cNvPr>
              <p:cNvSpPr/>
              <p:nvPr/>
            </p:nvSpPr>
            <p:spPr>
              <a:xfrm>
                <a:off x="6927627" y="4380357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2" name="Google Shape;1562;p29">
                <a:extLst>
                  <a:ext uri="{FF2B5EF4-FFF2-40B4-BE49-F238E27FC236}">
                    <a16:creationId xmlns:a16="http://schemas.microsoft.com/office/drawing/2014/main" id="{0133D4C6-D406-ED4D-B92E-1CB9D5A27DAE}"/>
                  </a:ext>
                </a:extLst>
              </p:cNvPr>
              <p:cNvSpPr/>
              <p:nvPr/>
            </p:nvSpPr>
            <p:spPr>
              <a:xfrm>
                <a:off x="6749033" y="4320730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3" name="Google Shape;1563;p29">
                <a:extLst>
                  <a:ext uri="{FF2B5EF4-FFF2-40B4-BE49-F238E27FC236}">
                    <a16:creationId xmlns:a16="http://schemas.microsoft.com/office/drawing/2014/main" id="{5A57C717-D8F4-5345-6241-F123B47FDE6D}"/>
                  </a:ext>
                </a:extLst>
              </p:cNvPr>
              <p:cNvSpPr/>
              <p:nvPr/>
            </p:nvSpPr>
            <p:spPr>
              <a:xfrm>
                <a:off x="6778846" y="4320730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4" name="Google Shape;1564;p29">
                <a:extLst>
                  <a:ext uri="{FF2B5EF4-FFF2-40B4-BE49-F238E27FC236}">
                    <a16:creationId xmlns:a16="http://schemas.microsoft.com/office/drawing/2014/main" id="{A412F92C-7680-AAED-6BCB-B7B783BAF294}"/>
                  </a:ext>
                </a:extLst>
              </p:cNvPr>
              <p:cNvSpPr/>
              <p:nvPr/>
            </p:nvSpPr>
            <p:spPr>
              <a:xfrm>
                <a:off x="6778846" y="4231481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5" name="Google Shape;1565;p29">
                <a:extLst>
                  <a:ext uri="{FF2B5EF4-FFF2-40B4-BE49-F238E27FC236}">
                    <a16:creationId xmlns:a16="http://schemas.microsoft.com/office/drawing/2014/main" id="{E127A279-0967-A370-BC8F-2BA394FCF39F}"/>
                  </a:ext>
                </a:extLst>
              </p:cNvPr>
              <p:cNvSpPr/>
              <p:nvPr/>
            </p:nvSpPr>
            <p:spPr>
              <a:xfrm>
                <a:off x="6778846" y="3963543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6" name="Google Shape;1566;p29">
                <a:extLst>
                  <a:ext uri="{FF2B5EF4-FFF2-40B4-BE49-F238E27FC236}">
                    <a16:creationId xmlns:a16="http://schemas.microsoft.com/office/drawing/2014/main" id="{07F0DC4A-E1BB-D579-440F-1F132E6E34EF}"/>
                  </a:ext>
                </a:extLst>
              </p:cNvPr>
              <p:cNvSpPr/>
              <p:nvPr/>
            </p:nvSpPr>
            <p:spPr>
              <a:xfrm>
                <a:off x="6927627" y="3963543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7" name="Google Shape;1567;p29">
                <a:extLst>
                  <a:ext uri="{FF2B5EF4-FFF2-40B4-BE49-F238E27FC236}">
                    <a16:creationId xmlns:a16="http://schemas.microsoft.com/office/drawing/2014/main" id="{C76FB22C-8E03-1484-C8B4-4A7DC2DC9107}"/>
                  </a:ext>
                </a:extLst>
              </p:cNvPr>
              <p:cNvSpPr/>
              <p:nvPr/>
            </p:nvSpPr>
            <p:spPr>
              <a:xfrm>
                <a:off x="6749033" y="4261294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8" name="Google Shape;1568;p29">
                <a:extLst>
                  <a:ext uri="{FF2B5EF4-FFF2-40B4-BE49-F238E27FC236}">
                    <a16:creationId xmlns:a16="http://schemas.microsoft.com/office/drawing/2014/main" id="{EC806788-0E4D-7517-B60B-60E9196548C5}"/>
                  </a:ext>
                </a:extLst>
              </p:cNvPr>
              <p:cNvSpPr/>
              <p:nvPr/>
            </p:nvSpPr>
            <p:spPr>
              <a:xfrm>
                <a:off x="6957440" y="4261294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9" name="Google Shape;1569;p29">
                <a:extLst>
                  <a:ext uri="{FF2B5EF4-FFF2-40B4-BE49-F238E27FC236}">
                    <a16:creationId xmlns:a16="http://schemas.microsoft.com/office/drawing/2014/main" id="{08327E0E-D075-97FB-1174-D1BE8D27E6A2}"/>
                  </a:ext>
                </a:extLst>
              </p:cNvPr>
              <p:cNvSpPr/>
              <p:nvPr/>
            </p:nvSpPr>
            <p:spPr>
              <a:xfrm>
                <a:off x="6897909" y="4320730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0" name="Google Shape;1570;p29">
                <a:extLst>
                  <a:ext uri="{FF2B5EF4-FFF2-40B4-BE49-F238E27FC236}">
                    <a16:creationId xmlns:a16="http://schemas.microsoft.com/office/drawing/2014/main" id="{23042475-DD47-CABE-C047-C1A51E887FCB}"/>
                  </a:ext>
                </a:extLst>
              </p:cNvPr>
              <p:cNvSpPr/>
              <p:nvPr/>
            </p:nvSpPr>
            <p:spPr>
              <a:xfrm>
                <a:off x="6897909" y="4231481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1" name="Google Shape;1571;p29">
                <a:extLst>
                  <a:ext uri="{FF2B5EF4-FFF2-40B4-BE49-F238E27FC236}">
                    <a16:creationId xmlns:a16="http://schemas.microsoft.com/office/drawing/2014/main" id="{FF430E54-4CDD-C231-63D1-7CDED2DE5120}"/>
                  </a:ext>
                </a:extLst>
              </p:cNvPr>
              <p:cNvSpPr/>
              <p:nvPr/>
            </p:nvSpPr>
            <p:spPr>
              <a:xfrm>
                <a:off x="6838378" y="4350543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2" name="Google Shape;1572;p29">
                <a:extLst>
                  <a:ext uri="{FF2B5EF4-FFF2-40B4-BE49-F238E27FC236}">
                    <a16:creationId xmlns:a16="http://schemas.microsoft.com/office/drawing/2014/main" id="{4EFEB703-60D1-8B91-B951-5E8126D67B78}"/>
                  </a:ext>
                </a:extLst>
              </p:cNvPr>
              <p:cNvSpPr/>
              <p:nvPr/>
            </p:nvSpPr>
            <p:spPr>
              <a:xfrm>
                <a:off x="6778846" y="4261294"/>
                <a:ext cx="178593" cy="89249"/>
              </a:xfrm>
              <a:custGeom>
                <a:avLst/>
                <a:gdLst/>
                <a:ahLst/>
                <a:cxnLst/>
                <a:rect l="l" t="t" r="r" b="b"/>
                <a:pathLst>
                  <a:path w="178593" h="89249" extrusionOk="0">
                    <a:moveTo>
                      <a:pt x="178594" y="0"/>
                    </a:moveTo>
                    <a:lnTo>
                      <a:pt x="178594" y="59436"/>
                    </a:lnTo>
                    <a:lnTo>
                      <a:pt x="119063" y="59436"/>
                    </a:lnTo>
                    <a:lnTo>
                      <a:pt x="119063" y="89249"/>
                    </a:lnTo>
                    <a:lnTo>
                      <a:pt x="59531" y="89249"/>
                    </a:lnTo>
                    <a:lnTo>
                      <a:pt x="59531" y="59436"/>
                    </a:lnTo>
                    <a:lnTo>
                      <a:pt x="0" y="59436"/>
                    </a:lnTo>
                    <a:lnTo>
                      <a:pt x="0" y="0"/>
                    </a:lnTo>
                    <a:lnTo>
                      <a:pt x="59531" y="0"/>
                    </a:lnTo>
                    <a:lnTo>
                      <a:pt x="59531" y="29718"/>
                    </a:lnTo>
                    <a:lnTo>
                      <a:pt x="119063" y="29718"/>
                    </a:lnTo>
                    <a:lnTo>
                      <a:pt x="119063" y="0"/>
                    </a:lnTo>
                    <a:lnTo>
                      <a:pt x="17859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3" name="Google Shape;1573;p29">
                <a:extLst>
                  <a:ext uri="{FF2B5EF4-FFF2-40B4-BE49-F238E27FC236}">
                    <a16:creationId xmlns:a16="http://schemas.microsoft.com/office/drawing/2014/main" id="{E98EA062-9445-2919-C35F-AFE8CA7D1AB7}"/>
                  </a:ext>
                </a:extLst>
              </p:cNvPr>
              <p:cNvSpPr/>
              <p:nvPr/>
            </p:nvSpPr>
            <p:spPr>
              <a:xfrm>
                <a:off x="6838378" y="4261294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4" name="Google Shape;1574;p29">
                <a:extLst>
                  <a:ext uri="{FF2B5EF4-FFF2-40B4-BE49-F238E27FC236}">
                    <a16:creationId xmlns:a16="http://schemas.microsoft.com/office/drawing/2014/main" id="{70C07BA0-C93E-9963-C4A8-6885F8E9FF7B}"/>
                  </a:ext>
                </a:extLst>
              </p:cNvPr>
              <p:cNvSpPr/>
              <p:nvPr/>
            </p:nvSpPr>
            <p:spPr>
              <a:xfrm>
                <a:off x="6808564" y="3993356"/>
                <a:ext cx="119062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29718" extrusionOk="0">
                    <a:moveTo>
                      <a:pt x="0" y="0"/>
                    </a:moveTo>
                    <a:lnTo>
                      <a:pt x="119062" y="0"/>
                    </a:lnTo>
                    <a:lnTo>
                      <a:pt x="119062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5" name="Google Shape;1575;p29">
                <a:extLst>
                  <a:ext uri="{FF2B5EF4-FFF2-40B4-BE49-F238E27FC236}">
                    <a16:creationId xmlns:a16="http://schemas.microsoft.com/office/drawing/2014/main" id="{24D41FA2-E1FB-50CD-9800-00262E20964D}"/>
                  </a:ext>
                </a:extLst>
              </p:cNvPr>
              <p:cNvSpPr/>
              <p:nvPr/>
            </p:nvSpPr>
            <p:spPr>
              <a:xfrm>
                <a:off x="6778846" y="3904107"/>
                <a:ext cx="178593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178593" h="29718" extrusionOk="0">
                    <a:moveTo>
                      <a:pt x="0" y="0"/>
                    </a:moveTo>
                    <a:lnTo>
                      <a:pt x="178594" y="0"/>
                    </a:lnTo>
                    <a:lnTo>
                      <a:pt x="178594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6" name="Google Shape;1576;p29">
                <a:extLst>
                  <a:ext uri="{FF2B5EF4-FFF2-40B4-BE49-F238E27FC236}">
                    <a16:creationId xmlns:a16="http://schemas.microsoft.com/office/drawing/2014/main" id="{76FE960B-EEDA-2690-43B1-C1F911985B1B}"/>
                  </a:ext>
                </a:extLst>
              </p:cNvPr>
              <p:cNvSpPr/>
              <p:nvPr/>
            </p:nvSpPr>
            <p:spPr>
              <a:xfrm>
                <a:off x="6957440" y="4320730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7" name="Google Shape;1577;p29">
                <a:extLst>
                  <a:ext uri="{FF2B5EF4-FFF2-40B4-BE49-F238E27FC236}">
                    <a16:creationId xmlns:a16="http://schemas.microsoft.com/office/drawing/2014/main" id="{0C69B90D-0485-D35E-2799-B76D0FC02CD4}"/>
                  </a:ext>
                </a:extLst>
              </p:cNvPr>
              <p:cNvSpPr/>
              <p:nvPr/>
            </p:nvSpPr>
            <p:spPr>
              <a:xfrm>
                <a:off x="6540721" y="4439793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8" name="Google Shape;1578;p29">
                <a:extLst>
                  <a:ext uri="{FF2B5EF4-FFF2-40B4-BE49-F238E27FC236}">
                    <a16:creationId xmlns:a16="http://schemas.microsoft.com/office/drawing/2014/main" id="{CCFADA06-0CC3-7157-42EF-7BBFE33989B8}"/>
                  </a:ext>
                </a:extLst>
              </p:cNvPr>
              <p:cNvSpPr/>
              <p:nvPr/>
            </p:nvSpPr>
            <p:spPr>
              <a:xfrm>
                <a:off x="6570439" y="4499419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9" name="Google Shape;1579;p29">
                <a:extLst>
                  <a:ext uri="{FF2B5EF4-FFF2-40B4-BE49-F238E27FC236}">
                    <a16:creationId xmlns:a16="http://schemas.microsoft.com/office/drawing/2014/main" id="{4020CCCF-98A1-4A55-F8B5-5F2872B810E9}"/>
                  </a:ext>
                </a:extLst>
              </p:cNvPr>
              <p:cNvSpPr/>
              <p:nvPr/>
            </p:nvSpPr>
            <p:spPr>
              <a:xfrm>
                <a:off x="6719315" y="4439793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0" name="Google Shape;1580;p29">
                <a:extLst>
                  <a:ext uri="{FF2B5EF4-FFF2-40B4-BE49-F238E27FC236}">
                    <a16:creationId xmlns:a16="http://schemas.microsoft.com/office/drawing/2014/main" id="{6175B9E9-2836-A701-9201-B5BE7D3BCC75}"/>
                  </a:ext>
                </a:extLst>
              </p:cNvPr>
              <p:cNvSpPr/>
              <p:nvPr/>
            </p:nvSpPr>
            <p:spPr>
              <a:xfrm>
                <a:off x="6808564" y="4499419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1" name="Google Shape;1581;p29">
                <a:extLst>
                  <a:ext uri="{FF2B5EF4-FFF2-40B4-BE49-F238E27FC236}">
                    <a16:creationId xmlns:a16="http://schemas.microsoft.com/office/drawing/2014/main" id="{8417F0E6-62FD-6A5B-8336-89247381824A}"/>
                  </a:ext>
                </a:extLst>
              </p:cNvPr>
              <p:cNvSpPr/>
              <p:nvPr/>
            </p:nvSpPr>
            <p:spPr>
              <a:xfrm>
                <a:off x="6600253" y="4410075"/>
                <a:ext cx="119062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29718" extrusionOk="0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2" name="Google Shape;1582;p29">
                <a:extLst>
                  <a:ext uri="{FF2B5EF4-FFF2-40B4-BE49-F238E27FC236}">
                    <a16:creationId xmlns:a16="http://schemas.microsoft.com/office/drawing/2014/main" id="{DEAE055E-936B-276E-B047-77CAA867EF03}"/>
                  </a:ext>
                </a:extLst>
              </p:cNvPr>
              <p:cNvSpPr/>
              <p:nvPr/>
            </p:nvSpPr>
            <p:spPr>
              <a:xfrm>
                <a:off x="6629971" y="4469606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3" name="Google Shape;1583;p29">
                <a:extLst>
                  <a:ext uri="{FF2B5EF4-FFF2-40B4-BE49-F238E27FC236}">
                    <a16:creationId xmlns:a16="http://schemas.microsoft.com/office/drawing/2014/main" id="{6E6A9946-26BE-FF8B-7319-3ADBF9E1555A}"/>
                  </a:ext>
                </a:extLst>
              </p:cNvPr>
              <p:cNvSpPr/>
              <p:nvPr/>
            </p:nvSpPr>
            <p:spPr>
              <a:xfrm>
                <a:off x="6689502" y="4499419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4" name="Google Shape;1584;p29">
                <a:extLst>
                  <a:ext uri="{FF2B5EF4-FFF2-40B4-BE49-F238E27FC236}">
                    <a16:creationId xmlns:a16="http://schemas.microsoft.com/office/drawing/2014/main" id="{3C92F23F-D7D9-B00C-8B08-E0A8D3FFBF3F}"/>
                  </a:ext>
                </a:extLst>
              </p:cNvPr>
              <p:cNvSpPr/>
              <p:nvPr/>
            </p:nvSpPr>
            <p:spPr>
              <a:xfrm>
                <a:off x="6749033" y="4529137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1585;p29">
                <a:extLst>
                  <a:ext uri="{FF2B5EF4-FFF2-40B4-BE49-F238E27FC236}">
                    <a16:creationId xmlns:a16="http://schemas.microsoft.com/office/drawing/2014/main" id="{E8C5179A-A807-6E8D-8C37-73BD4C0A4FAD}"/>
                  </a:ext>
                </a:extLst>
              </p:cNvPr>
              <p:cNvSpPr/>
              <p:nvPr/>
            </p:nvSpPr>
            <p:spPr>
              <a:xfrm>
                <a:off x="6421659" y="4618482"/>
                <a:ext cx="29718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119062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119063"/>
                    </a:lnTo>
                    <a:lnTo>
                      <a:pt x="0" y="11906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6" name="Google Shape;1586;p29">
                <a:extLst>
                  <a:ext uri="{FF2B5EF4-FFF2-40B4-BE49-F238E27FC236}">
                    <a16:creationId xmlns:a16="http://schemas.microsoft.com/office/drawing/2014/main" id="{91CEED86-BE87-E571-4096-248D8AD29CEC}"/>
                  </a:ext>
                </a:extLst>
              </p:cNvPr>
              <p:cNvSpPr/>
              <p:nvPr/>
            </p:nvSpPr>
            <p:spPr>
              <a:xfrm>
                <a:off x="6778846" y="4171950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7" name="Google Shape;1587;p29">
                <a:extLst>
                  <a:ext uri="{FF2B5EF4-FFF2-40B4-BE49-F238E27FC236}">
                    <a16:creationId xmlns:a16="http://schemas.microsoft.com/office/drawing/2014/main" id="{9C9C26EB-FCC4-6019-8075-537FC3029E64}"/>
                  </a:ext>
                </a:extLst>
              </p:cNvPr>
              <p:cNvSpPr/>
              <p:nvPr/>
            </p:nvSpPr>
            <p:spPr>
              <a:xfrm>
                <a:off x="6808564" y="4112418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8" name="Google Shape;1588;p29">
                <a:extLst>
                  <a:ext uri="{FF2B5EF4-FFF2-40B4-BE49-F238E27FC236}">
                    <a16:creationId xmlns:a16="http://schemas.microsoft.com/office/drawing/2014/main" id="{53CD16EF-A471-6493-5404-7C94F4EED485}"/>
                  </a:ext>
                </a:extLst>
              </p:cNvPr>
              <p:cNvSpPr/>
              <p:nvPr/>
            </p:nvSpPr>
            <p:spPr>
              <a:xfrm>
                <a:off x="6927627" y="4171950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9" name="Google Shape;1589;p29">
                <a:extLst>
                  <a:ext uri="{FF2B5EF4-FFF2-40B4-BE49-F238E27FC236}">
                    <a16:creationId xmlns:a16="http://schemas.microsoft.com/office/drawing/2014/main" id="{F1E08012-0F32-63C9-1522-03B4F17DAD8B}"/>
                  </a:ext>
                </a:extLst>
              </p:cNvPr>
              <p:cNvSpPr/>
              <p:nvPr/>
            </p:nvSpPr>
            <p:spPr>
              <a:xfrm>
                <a:off x="6927627" y="4082605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0" name="Google Shape;1590;p29">
                <a:extLst>
                  <a:ext uri="{FF2B5EF4-FFF2-40B4-BE49-F238E27FC236}">
                    <a16:creationId xmlns:a16="http://schemas.microsoft.com/office/drawing/2014/main" id="{4901237E-FC40-C6B3-2F8F-042851F26809}"/>
                  </a:ext>
                </a:extLst>
              </p:cNvPr>
              <p:cNvSpPr/>
              <p:nvPr/>
            </p:nvSpPr>
            <p:spPr>
              <a:xfrm>
                <a:off x="6778846" y="4082605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1" name="Google Shape;1591;p29">
                <a:extLst>
                  <a:ext uri="{FF2B5EF4-FFF2-40B4-BE49-F238E27FC236}">
                    <a16:creationId xmlns:a16="http://schemas.microsoft.com/office/drawing/2014/main" id="{685A2144-CEAC-93A8-ED67-3111AA54E525}"/>
                  </a:ext>
                </a:extLst>
              </p:cNvPr>
              <p:cNvSpPr/>
              <p:nvPr/>
            </p:nvSpPr>
            <p:spPr>
              <a:xfrm>
                <a:off x="6719315" y="3993356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2" name="Google Shape;1592;p29">
                <a:extLst>
                  <a:ext uri="{FF2B5EF4-FFF2-40B4-BE49-F238E27FC236}">
                    <a16:creationId xmlns:a16="http://schemas.microsoft.com/office/drawing/2014/main" id="{6F27EAAB-E7C3-7188-9924-36B91539510D}"/>
                  </a:ext>
                </a:extLst>
              </p:cNvPr>
              <p:cNvSpPr/>
              <p:nvPr/>
            </p:nvSpPr>
            <p:spPr>
              <a:xfrm>
                <a:off x="6987158" y="3993356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3" name="Google Shape;1593;p29">
                <a:extLst>
                  <a:ext uri="{FF2B5EF4-FFF2-40B4-BE49-F238E27FC236}">
                    <a16:creationId xmlns:a16="http://schemas.microsoft.com/office/drawing/2014/main" id="{4E0FE6DE-8E9E-33CA-AC23-0444C8DB4FC7}"/>
                  </a:ext>
                </a:extLst>
              </p:cNvPr>
              <p:cNvSpPr/>
              <p:nvPr/>
            </p:nvSpPr>
            <p:spPr>
              <a:xfrm>
                <a:off x="6957440" y="3933825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4" name="Google Shape;1594;p29">
                <a:extLst>
                  <a:ext uri="{FF2B5EF4-FFF2-40B4-BE49-F238E27FC236}">
                    <a16:creationId xmlns:a16="http://schemas.microsoft.com/office/drawing/2014/main" id="{523C9E84-0441-9624-75D7-970863B4D75F}"/>
                  </a:ext>
                </a:extLst>
              </p:cNvPr>
              <p:cNvSpPr/>
              <p:nvPr/>
            </p:nvSpPr>
            <p:spPr>
              <a:xfrm>
                <a:off x="6778846" y="3933825"/>
                <a:ext cx="178593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178593" h="59531" extrusionOk="0">
                    <a:moveTo>
                      <a:pt x="178594" y="0"/>
                    </a:moveTo>
                    <a:lnTo>
                      <a:pt x="178594" y="29718"/>
                    </a:lnTo>
                    <a:lnTo>
                      <a:pt x="148780" y="29718"/>
                    </a:lnTo>
                    <a:lnTo>
                      <a:pt x="148780" y="59531"/>
                    </a:lnTo>
                    <a:lnTo>
                      <a:pt x="29718" y="59531"/>
                    </a:lnTo>
                    <a:lnTo>
                      <a:pt x="29718" y="29718"/>
                    </a:lnTo>
                    <a:lnTo>
                      <a:pt x="0" y="29718"/>
                    </a:lnTo>
                    <a:lnTo>
                      <a:pt x="0" y="0"/>
                    </a:lnTo>
                    <a:lnTo>
                      <a:pt x="1785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5" name="Google Shape;1595;p29">
                <a:extLst>
                  <a:ext uri="{FF2B5EF4-FFF2-40B4-BE49-F238E27FC236}">
                    <a16:creationId xmlns:a16="http://schemas.microsoft.com/office/drawing/2014/main" id="{BE6A871A-E86A-CAA9-4162-C7AB2DE21B81}"/>
                  </a:ext>
                </a:extLst>
              </p:cNvPr>
              <p:cNvSpPr/>
              <p:nvPr/>
            </p:nvSpPr>
            <p:spPr>
              <a:xfrm>
                <a:off x="6749033" y="3933825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6" name="Google Shape;1596;p29">
                <a:extLst>
                  <a:ext uri="{FF2B5EF4-FFF2-40B4-BE49-F238E27FC236}">
                    <a16:creationId xmlns:a16="http://schemas.microsoft.com/office/drawing/2014/main" id="{812C2276-C558-703F-29A2-1D8F7C84C841}"/>
                  </a:ext>
                </a:extLst>
              </p:cNvPr>
              <p:cNvSpPr/>
              <p:nvPr/>
            </p:nvSpPr>
            <p:spPr>
              <a:xfrm>
                <a:off x="6957440" y="4023169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7" name="Google Shape;1597;p29">
                <a:extLst>
                  <a:ext uri="{FF2B5EF4-FFF2-40B4-BE49-F238E27FC236}">
                    <a16:creationId xmlns:a16="http://schemas.microsoft.com/office/drawing/2014/main" id="{AD16EE3A-BB3C-8D10-7CA0-93F333457746}"/>
                  </a:ext>
                </a:extLst>
              </p:cNvPr>
              <p:cNvSpPr/>
              <p:nvPr/>
            </p:nvSpPr>
            <p:spPr>
              <a:xfrm>
                <a:off x="6749033" y="4023169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8" name="Google Shape;1598;p29">
                <a:extLst>
                  <a:ext uri="{FF2B5EF4-FFF2-40B4-BE49-F238E27FC236}">
                    <a16:creationId xmlns:a16="http://schemas.microsoft.com/office/drawing/2014/main" id="{02512558-9D35-70C1-E037-5CBFA5ED2102}"/>
                  </a:ext>
                </a:extLst>
              </p:cNvPr>
              <p:cNvSpPr/>
              <p:nvPr/>
            </p:nvSpPr>
            <p:spPr>
              <a:xfrm>
                <a:off x="6897909" y="4112418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9" name="Google Shape;1599;p29">
                <a:extLst>
                  <a:ext uri="{FF2B5EF4-FFF2-40B4-BE49-F238E27FC236}">
                    <a16:creationId xmlns:a16="http://schemas.microsoft.com/office/drawing/2014/main" id="{46E477D7-3DAB-E8C0-D102-47C3FE11689B}"/>
                  </a:ext>
                </a:extLst>
              </p:cNvPr>
              <p:cNvSpPr/>
              <p:nvPr/>
            </p:nvSpPr>
            <p:spPr>
              <a:xfrm>
                <a:off x="6749033" y="4201668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0" name="Google Shape;1600;p29">
                <a:extLst>
                  <a:ext uri="{FF2B5EF4-FFF2-40B4-BE49-F238E27FC236}">
                    <a16:creationId xmlns:a16="http://schemas.microsoft.com/office/drawing/2014/main" id="{679D54E8-9E75-9981-6FA7-DA312D04FD02}"/>
                  </a:ext>
                </a:extLst>
              </p:cNvPr>
              <p:cNvSpPr/>
              <p:nvPr/>
            </p:nvSpPr>
            <p:spPr>
              <a:xfrm>
                <a:off x="6957440" y="4201668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1" name="Google Shape;1601;p29">
                <a:extLst>
                  <a:ext uri="{FF2B5EF4-FFF2-40B4-BE49-F238E27FC236}">
                    <a16:creationId xmlns:a16="http://schemas.microsoft.com/office/drawing/2014/main" id="{FBB12D42-DC28-6DF2-A389-C73EEB934DD6}"/>
                  </a:ext>
                </a:extLst>
              </p:cNvPr>
              <p:cNvSpPr/>
              <p:nvPr/>
            </p:nvSpPr>
            <p:spPr>
              <a:xfrm>
                <a:off x="6540721" y="4648200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2" name="Google Shape;1602;p29">
                <a:extLst>
                  <a:ext uri="{FF2B5EF4-FFF2-40B4-BE49-F238E27FC236}">
                    <a16:creationId xmlns:a16="http://schemas.microsoft.com/office/drawing/2014/main" id="{D0FBC671-B754-003D-6B8B-795E299E7D21}"/>
                  </a:ext>
                </a:extLst>
              </p:cNvPr>
              <p:cNvSpPr/>
              <p:nvPr/>
            </p:nvSpPr>
            <p:spPr>
              <a:xfrm>
                <a:off x="6570439" y="4618482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3" name="Google Shape;1603;p29">
                <a:extLst>
                  <a:ext uri="{FF2B5EF4-FFF2-40B4-BE49-F238E27FC236}">
                    <a16:creationId xmlns:a16="http://schemas.microsoft.com/office/drawing/2014/main" id="{34BAB57C-7FDC-2270-6C51-163E34DA7FFA}"/>
                  </a:ext>
                </a:extLst>
              </p:cNvPr>
              <p:cNvSpPr/>
              <p:nvPr/>
            </p:nvSpPr>
            <p:spPr>
              <a:xfrm>
                <a:off x="6629971" y="4588668"/>
                <a:ext cx="89344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89344" h="29718" extrusionOk="0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4" name="Google Shape;1604;p29">
                <a:extLst>
                  <a:ext uri="{FF2B5EF4-FFF2-40B4-BE49-F238E27FC236}">
                    <a16:creationId xmlns:a16="http://schemas.microsoft.com/office/drawing/2014/main" id="{7187E3F1-D9F3-E554-379A-01DF344F036E}"/>
                  </a:ext>
                </a:extLst>
              </p:cNvPr>
              <p:cNvSpPr/>
              <p:nvPr/>
            </p:nvSpPr>
            <p:spPr>
              <a:xfrm>
                <a:off x="6719315" y="4618482"/>
                <a:ext cx="119062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29718" extrusionOk="0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5" name="Google Shape;1605;p29">
                <a:extLst>
                  <a:ext uri="{FF2B5EF4-FFF2-40B4-BE49-F238E27FC236}">
                    <a16:creationId xmlns:a16="http://schemas.microsoft.com/office/drawing/2014/main" id="{4F9E538F-749F-30EE-A40F-C36E454B3385}"/>
                  </a:ext>
                </a:extLst>
              </p:cNvPr>
              <p:cNvSpPr/>
              <p:nvPr/>
            </p:nvSpPr>
            <p:spPr>
              <a:xfrm>
                <a:off x="6838378" y="4648200"/>
                <a:ext cx="89344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89344" h="29718" extrusionOk="0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6" name="Google Shape;1606;p29">
                <a:extLst>
                  <a:ext uri="{FF2B5EF4-FFF2-40B4-BE49-F238E27FC236}">
                    <a16:creationId xmlns:a16="http://schemas.microsoft.com/office/drawing/2014/main" id="{44E1BCD5-32AF-3CD9-1476-D375F42A918E}"/>
                  </a:ext>
                </a:extLst>
              </p:cNvPr>
              <p:cNvSpPr/>
              <p:nvPr/>
            </p:nvSpPr>
            <p:spPr>
              <a:xfrm>
                <a:off x="7016971" y="4677918"/>
                <a:ext cx="89344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89344" h="29718" extrusionOk="0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7" name="Google Shape;1607;p29">
                <a:extLst>
                  <a:ext uri="{FF2B5EF4-FFF2-40B4-BE49-F238E27FC236}">
                    <a16:creationId xmlns:a16="http://schemas.microsoft.com/office/drawing/2014/main" id="{5C9108D2-7A69-9489-EBD2-84CC98336144}"/>
                  </a:ext>
                </a:extLst>
              </p:cNvPr>
              <p:cNvSpPr/>
              <p:nvPr/>
            </p:nvSpPr>
            <p:spPr>
              <a:xfrm>
                <a:off x="7106221" y="4648200"/>
                <a:ext cx="89344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89344" h="29718" extrusionOk="0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8" name="Google Shape;1608;p29">
                <a:extLst>
                  <a:ext uri="{FF2B5EF4-FFF2-40B4-BE49-F238E27FC236}">
                    <a16:creationId xmlns:a16="http://schemas.microsoft.com/office/drawing/2014/main" id="{F78B65B4-1D3E-B899-6F89-4D96C357406D}"/>
                  </a:ext>
                </a:extLst>
              </p:cNvPr>
              <p:cNvSpPr/>
              <p:nvPr/>
            </p:nvSpPr>
            <p:spPr>
              <a:xfrm>
                <a:off x="7076503" y="4588668"/>
                <a:ext cx="119062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29718" extrusionOk="0">
                    <a:moveTo>
                      <a:pt x="0" y="0"/>
                    </a:move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9" name="Google Shape;1609;p29">
                <a:extLst>
                  <a:ext uri="{FF2B5EF4-FFF2-40B4-BE49-F238E27FC236}">
                    <a16:creationId xmlns:a16="http://schemas.microsoft.com/office/drawing/2014/main" id="{EF485944-0617-5532-1EC5-6512051EE6CA}"/>
                  </a:ext>
                </a:extLst>
              </p:cNvPr>
              <p:cNvSpPr/>
              <p:nvPr/>
            </p:nvSpPr>
            <p:spPr>
              <a:xfrm>
                <a:off x="6987158" y="4618482"/>
                <a:ext cx="89344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89344" h="29718" extrusionOk="0">
                    <a:moveTo>
                      <a:pt x="0" y="0"/>
                    </a:moveTo>
                    <a:lnTo>
                      <a:pt x="89345" y="0"/>
                    </a:lnTo>
                    <a:lnTo>
                      <a:pt x="89345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0" name="Google Shape;1610;p29">
                <a:extLst>
                  <a:ext uri="{FF2B5EF4-FFF2-40B4-BE49-F238E27FC236}">
                    <a16:creationId xmlns:a16="http://schemas.microsoft.com/office/drawing/2014/main" id="{9E30D904-09D1-29A7-FBDE-B89F1855EDF0}"/>
                  </a:ext>
                </a:extLst>
              </p:cNvPr>
              <p:cNvSpPr/>
              <p:nvPr/>
            </p:nvSpPr>
            <p:spPr>
              <a:xfrm>
                <a:off x="6927627" y="4648200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41" name="Google Shape;1611;p29">
                <a:extLst>
                  <a:ext uri="{FF2B5EF4-FFF2-40B4-BE49-F238E27FC236}">
                    <a16:creationId xmlns:a16="http://schemas.microsoft.com/office/drawing/2014/main" id="{D990DBDD-9372-050D-523B-853B0A385D2A}"/>
                  </a:ext>
                </a:extLst>
              </p:cNvPr>
              <p:cNvGrpSpPr/>
              <p:nvPr/>
            </p:nvGrpSpPr>
            <p:grpSpPr>
              <a:xfrm>
                <a:off x="6927627" y="4945856"/>
                <a:ext cx="89249" cy="89249"/>
                <a:chOff x="6927627" y="4945856"/>
                <a:chExt cx="89249" cy="89249"/>
              </a:xfrm>
            </p:grpSpPr>
            <p:sp>
              <p:nvSpPr>
                <p:cNvPr id="2085" name="Google Shape;1612;p29">
                  <a:extLst>
                    <a:ext uri="{FF2B5EF4-FFF2-40B4-BE49-F238E27FC236}">
                      <a16:creationId xmlns:a16="http://schemas.microsoft.com/office/drawing/2014/main" id="{98F260C4-2C54-FE68-D532-DC2276D110C2}"/>
                    </a:ext>
                  </a:extLst>
                </p:cNvPr>
                <p:cNvSpPr/>
                <p:nvPr/>
              </p:nvSpPr>
              <p:spPr>
                <a:xfrm>
                  <a:off x="6957440" y="494585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6" name="Google Shape;1613;p29">
                  <a:extLst>
                    <a:ext uri="{FF2B5EF4-FFF2-40B4-BE49-F238E27FC236}">
                      <a16:creationId xmlns:a16="http://schemas.microsoft.com/office/drawing/2014/main" id="{55AF71DB-9250-C883-E3C0-BDE5153D62AA}"/>
                    </a:ext>
                  </a:extLst>
                </p:cNvPr>
                <p:cNvSpPr/>
                <p:nvPr/>
              </p:nvSpPr>
              <p:spPr>
                <a:xfrm>
                  <a:off x="6987158" y="49756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7" name="Google Shape;1614;p29">
                  <a:extLst>
                    <a:ext uri="{FF2B5EF4-FFF2-40B4-BE49-F238E27FC236}">
                      <a16:creationId xmlns:a16="http://schemas.microsoft.com/office/drawing/2014/main" id="{66CC2AA9-B7FB-A360-1C88-69FD873567E2}"/>
                    </a:ext>
                  </a:extLst>
                </p:cNvPr>
                <p:cNvSpPr/>
                <p:nvPr/>
              </p:nvSpPr>
              <p:spPr>
                <a:xfrm>
                  <a:off x="6957440" y="5005387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8" name="Google Shape;1615;p29">
                  <a:extLst>
                    <a:ext uri="{FF2B5EF4-FFF2-40B4-BE49-F238E27FC236}">
                      <a16:creationId xmlns:a16="http://schemas.microsoft.com/office/drawing/2014/main" id="{6F0AC8FC-5662-F948-7563-2FC21F0242CF}"/>
                    </a:ext>
                  </a:extLst>
                </p:cNvPr>
                <p:cNvSpPr/>
                <p:nvPr/>
              </p:nvSpPr>
              <p:spPr>
                <a:xfrm>
                  <a:off x="6927627" y="4975669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42" name="Google Shape;1616;p29">
                <a:extLst>
                  <a:ext uri="{FF2B5EF4-FFF2-40B4-BE49-F238E27FC236}">
                    <a16:creationId xmlns:a16="http://schemas.microsoft.com/office/drawing/2014/main" id="{EDF2C5FA-23A4-6F04-084F-03EA74936F0D}"/>
                  </a:ext>
                </a:extLst>
              </p:cNvPr>
              <p:cNvGrpSpPr/>
              <p:nvPr/>
            </p:nvGrpSpPr>
            <p:grpSpPr>
              <a:xfrm>
                <a:off x="6659784" y="4886325"/>
                <a:ext cx="89249" cy="89249"/>
                <a:chOff x="6659784" y="4886325"/>
                <a:chExt cx="89249" cy="89249"/>
              </a:xfrm>
            </p:grpSpPr>
            <p:sp>
              <p:nvSpPr>
                <p:cNvPr id="2081" name="Google Shape;1617;p29">
                  <a:extLst>
                    <a:ext uri="{FF2B5EF4-FFF2-40B4-BE49-F238E27FC236}">
                      <a16:creationId xmlns:a16="http://schemas.microsoft.com/office/drawing/2014/main" id="{AC9B50E9-68DB-1AAB-AD3D-9BD7CCB4A2AD}"/>
                    </a:ext>
                  </a:extLst>
                </p:cNvPr>
                <p:cNvSpPr/>
                <p:nvPr/>
              </p:nvSpPr>
              <p:spPr>
                <a:xfrm>
                  <a:off x="6689502" y="4886325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2" name="Google Shape;1618;p29">
                  <a:extLst>
                    <a:ext uri="{FF2B5EF4-FFF2-40B4-BE49-F238E27FC236}">
                      <a16:creationId xmlns:a16="http://schemas.microsoft.com/office/drawing/2014/main" id="{660303A4-76FC-AD09-F651-ACCA6A5B160C}"/>
                    </a:ext>
                  </a:extLst>
                </p:cNvPr>
                <p:cNvSpPr/>
                <p:nvPr/>
              </p:nvSpPr>
              <p:spPr>
                <a:xfrm>
                  <a:off x="6719315" y="49160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3" name="Google Shape;1619;p29">
                  <a:extLst>
                    <a:ext uri="{FF2B5EF4-FFF2-40B4-BE49-F238E27FC236}">
                      <a16:creationId xmlns:a16="http://schemas.microsoft.com/office/drawing/2014/main" id="{60FD900E-F029-D572-CAC6-4DA3C0A95E12}"/>
                    </a:ext>
                  </a:extLst>
                </p:cNvPr>
                <p:cNvSpPr/>
                <p:nvPr/>
              </p:nvSpPr>
              <p:spPr>
                <a:xfrm>
                  <a:off x="6689502" y="4945856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4" name="Google Shape;1620;p29">
                  <a:extLst>
                    <a:ext uri="{FF2B5EF4-FFF2-40B4-BE49-F238E27FC236}">
                      <a16:creationId xmlns:a16="http://schemas.microsoft.com/office/drawing/2014/main" id="{C2C6147D-B19C-2ABD-D097-81387811A6D9}"/>
                    </a:ext>
                  </a:extLst>
                </p:cNvPr>
                <p:cNvSpPr/>
                <p:nvPr/>
              </p:nvSpPr>
              <p:spPr>
                <a:xfrm>
                  <a:off x="6659784" y="4916043"/>
                  <a:ext cx="29718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29718" extrusionOk="0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43" name="Google Shape;1621;p29">
                <a:extLst>
                  <a:ext uri="{FF2B5EF4-FFF2-40B4-BE49-F238E27FC236}">
                    <a16:creationId xmlns:a16="http://schemas.microsoft.com/office/drawing/2014/main" id="{C4402DB4-3C9F-9F6D-D234-1354C4A607C1}"/>
                  </a:ext>
                </a:extLst>
              </p:cNvPr>
              <p:cNvSpPr/>
              <p:nvPr/>
            </p:nvSpPr>
            <p:spPr>
              <a:xfrm>
                <a:off x="6838378" y="5005387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4" name="Google Shape;1622;p29">
                <a:extLst>
                  <a:ext uri="{FF2B5EF4-FFF2-40B4-BE49-F238E27FC236}">
                    <a16:creationId xmlns:a16="http://schemas.microsoft.com/office/drawing/2014/main" id="{B017B600-5F1C-4CC3-9501-C311F47C9DD5}"/>
                  </a:ext>
                </a:extLst>
              </p:cNvPr>
              <p:cNvSpPr/>
              <p:nvPr/>
            </p:nvSpPr>
            <p:spPr>
              <a:xfrm>
                <a:off x="7136034" y="4707731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5" name="Google Shape;1623;p29">
                <a:extLst>
                  <a:ext uri="{FF2B5EF4-FFF2-40B4-BE49-F238E27FC236}">
                    <a16:creationId xmlns:a16="http://schemas.microsoft.com/office/drawing/2014/main" id="{0FB32A37-4956-5DDC-26D4-F9C85E7C102C}"/>
                  </a:ext>
                </a:extLst>
              </p:cNvPr>
              <p:cNvSpPr/>
              <p:nvPr/>
            </p:nvSpPr>
            <p:spPr>
              <a:xfrm>
                <a:off x="6600253" y="4677918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6" name="Google Shape;1624;p29">
                <a:extLst>
                  <a:ext uri="{FF2B5EF4-FFF2-40B4-BE49-F238E27FC236}">
                    <a16:creationId xmlns:a16="http://schemas.microsoft.com/office/drawing/2014/main" id="{213994BA-EF07-0094-0519-F819AC504C83}"/>
                  </a:ext>
                </a:extLst>
              </p:cNvPr>
              <p:cNvSpPr/>
              <p:nvPr/>
            </p:nvSpPr>
            <p:spPr>
              <a:xfrm>
                <a:off x="6510908" y="4618482"/>
                <a:ext cx="713613" cy="505777"/>
              </a:xfrm>
              <a:custGeom>
                <a:avLst/>
                <a:gdLst/>
                <a:ahLst/>
                <a:cxnLst/>
                <a:rect l="l" t="t" r="r" b="b"/>
                <a:pathLst>
                  <a:path w="713613" h="505777" extrusionOk="0">
                    <a:moveTo>
                      <a:pt x="684657" y="29718"/>
                    </a:moveTo>
                    <a:lnTo>
                      <a:pt x="684657" y="59436"/>
                    </a:lnTo>
                    <a:lnTo>
                      <a:pt x="595313" y="59436"/>
                    </a:lnTo>
                    <a:lnTo>
                      <a:pt x="595313" y="89154"/>
                    </a:lnTo>
                    <a:lnTo>
                      <a:pt x="535781" y="89154"/>
                    </a:lnTo>
                    <a:lnTo>
                      <a:pt x="535781" y="118872"/>
                    </a:lnTo>
                    <a:lnTo>
                      <a:pt x="595313" y="118872"/>
                    </a:lnTo>
                    <a:lnTo>
                      <a:pt x="595313" y="148590"/>
                    </a:lnTo>
                    <a:lnTo>
                      <a:pt x="625030" y="148590"/>
                    </a:lnTo>
                    <a:lnTo>
                      <a:pt x="625030" y="178308"/>
                    </a:lnTo>
                    <a:lnTo>
                      <a:pt x="595313" y="178308"/>
                    </a:lnTo>
                    <a:lnTo>
                      <a:pt x="595313" y="208026"/>
                    </a:lnTo>
                    <a:lnTo>
                      <a:pt x="535781" y="208026"/>
                    </a:lnTo>
                    <a:lnTo>
                      <a:pt x="535781" y="237744"/>
                    </a:lnTo>
                    <a:lnTo>
                      <a:pt x="446437" y="237744"/>
                    </a:lnTo>
                    <a:lnTo>
                      <a:pt x="446437" y="267462"/>
                    </a:lnTo>
                    <a:lnTo>
                      <a:pt x="267843" y="267462"/>
                    </a:lnTo>
                    <a:lnTo>
                      <a:pt x="267843" y="237744"/>
                    </a:lnTo>
                    <a:lnTo>
                      <a:pt x="178499" y="237744"/>
                    </a:lnTo>
                    <a:lnTo>
                      <a:pt x="178499" y="208026"/>
                    </a:lnTo>
                    <a:lnTo>
                      <a:pt x="118967" y="208026"/>
                    </a:lnTo>
                    <a:lnTo>
                      <a:pt x="118967" y="178308"/>
                    </a:lnTo>
                    <a:lnTo>
                      <a:pt x="89249" y="178308"/>
                    </a:lnTo>
                    <a:lnTo>
                      <a:pt x="89249" y="148590"/>
                    </a:lnTo>
                    <a:lnTo>
                      <a:pt x="118967" y="148590"/>
                    </a:lnTo>
                    <a:lnTo>
                      <a:pt x="118967" y="118872"/>
                    </a:lnTo>
                    <a:lnTo>
                      <a:pt x="178499" y="118872"/>
                    </a:lnTo>
                    <a:lnTo>
                      <a:pt x="178499" y="89154"/>
                    </a:lnTo>
                    <a:lnTo>
                      <a:pt x="238030" y="89154"/>
                    </a:lnTo>
                    <a:lnTo>
                      <a:pt x="238030" y="59436"/>
                    </a:lnTo>
                    <a:lnTo>
                      <a:pt x="327374" y="59436"/>
                    </a:lnTo>
                    <a:lnTo>
                      <a:pt x="327374" y="29718"/>
                    </a:lnTo>
                    <a:lnTo>
                      <a:pt x="208312" y="29718"/>
                    </a:lnTo>
                    <a:lnTo>
                      <a:pt x="208312" y="0"/>
                    </a:lnTo>
                    <a:lnTo>
                      <a:pt x="118967" y="0"/>
                    </a:lnTo>
                    <a:lnTo>
                      <a:pt x="118967" y="29718"/>
                    </a:lnTo>
                    <a:lnTo>
                      <a:pt x="59436" y="29718"/>
                    </a:lnTo>
                    <a:lnTo>
                      <a:pt x="59436" y="59436"/>
                    </a:lnTo>
                    <a:lnTo>
                      <a:pt x="29718" y="59436"/>
                    </a:lnTo>
                    <a:lnTo>
                      <a:pt x="29718" y="29718"/>
                    </a:lnTo>
                    <a:lnTo>
                      <a:pt x="0" y="29718"/>
                    </a:lnTo>
                    <a:lnTo>
                      <a:pt x="0" y="89249"/>
                    </a:lnTo>
                    <a:lnTo>
                      <a:pt x="29718" y="89249"/>
                    </a:lnTo>
                    <a:lnTo>
                      <a:pt x="29718" y="178594"/>
                    </a:lnTo>
                    <a:lnTo>
                      <a:pt x="59436" y="178594"/>
                    </a:lnTo>
                    <a:lnTo>
                      <a:pt x="59436" y="238125"/>
                    </a:lnTo>
                    <a:lnTo>
                      <a:pt x="89154" y="238125"/>
                    </a:lnTo>
                    <a:lnTo>
                      <a:pt x="89154" y="297656"/>
                    </a:lnTo>
                    <a:lnTo>
                      <a:pt x="118872" y="297656"/>
                    </a:lnTo>
                    <a:lnTo>
                      <a:pt x="118872" y="357188"/>
                    </a:lnTo>
                    <a:lnTo>
                      <a:pt x="148590" y="357188"/>
                    </a:lnTo>
                    <a:lnTo>
                      <a:pt x="148590" y="386905"/>
                    </a:lnTo>
                    <a:lnTo>
                      <a:pt x="178308" y="386905"/>
                    </a:lnTo>
                    <a:lnTo>
                      <a:pt x="178308" y="416623"/>
                    </a:lnTo>
                    <a:lnTo>
                      <a:pt x="208026" y="416623"/>
                    </a:lnTo>
                    <a:lnTo>
                      <a:pt x="208026" y="446341"/>
                    </a:lnTo>
                    <a:lnTo>
                      <a:pt x="237744" y="446341"/>
                    </a:lnTo>
                    <a:lnTo>
                      <a:pt x="237744" y="476059"/>
                    </a:lnTo>
                    <a:lnTo>
                      <a:pt x="297275" y="476059"/>
                    </a:lnTo>
                    <a:lnTo>
                      <a:pt x="297275" y="505778"/>
                    </a:lnTo>
                    <a:lnTo>
                      <a:pt x="416338" y="505778"/>
                    </a:lnTo>
                    <a:lnTo>
                      <a:pt x="416338" y="476059"/>
                    </a:lnTo>
                    <a:lnTo>
                      <a:pt x="475869" y="476059"/>
                    </a:lnTo>
                    <a:lnTo>
                      <a:pt x="475869" y="446341"/>
                    </a:lnTo>
                    <a:lnTo>
                      <a:pt x="505587" y="446341"/>
                    </a:lnTo>
                    <a:lnTo>
                      <a:pt x="505587" y="416623"/>
                    </a:lnTo>
                    <a:lnTo>
                      <a:pt x="535305" y="416623"/>
                    </a:lnTo>
                    <a:lnTo>
                      <a:pt x="535305" y="386905"/>
                    </a:lnTo>
                    <a:lnTo>
                      <a:pt x="565023" y="386905"/>
                    </a:lnTo>
                    <a:lnTo>
                      <a:pt x="565023" y="357188"/>
                    </a:lnTo>
                    <a:lnTo>
                      <a:pt x="594741" y="357188"/>
                    </a:lnTo>
                    <a:lnTo>
                      <a:pt x="594741" y="297656"/>
                    </a:lnTo>
                    <a:lnTo>
                      <a:pt x="624459" y="297656"/>
                    </a:lnTo>
                    <a:lnTo>
                      <a:pt x="624459" y="238125"/>
                    </a:lnTo>
                    <a:lnTo>
                      <a:pt x="654177" y="238125"/>
                    </a:lnTo>
                    <a:lnTo>
                      <a:pt x="654177" y="178594"/>
                    </a:lnTo>
                    <a:lnTo>
                      <a:pt x="683895" y="178594"/>
                    </a:lnTo>
                    <a:lnTo>
                      <a:pt x="683895" y="89249"/>
                    </a:lnTo>
                    <a:lnTo>
                      <a:pt x="713613" y="89249"/>
                    </a:lnTo>
                    <a:lnTo>
                      <a:pt x="713613" y="29718"/>
                    </a:lnTo>
                    <a:lnTo>
                      <a:pt x="683895" y="29718"/>
                    </a:lnTo>
                    <a:close/>
                    <a:moveTo>
                      <a:pt x="89345" y="59436"/>
                    </a:moveTo>
                    <a:lnTo>
                      <a:pt x="119063" y="59436"/>
                    </a:lnTo>
                    <a:lnTo>
                      <a:pt x="119063" y="89154"/>
                    </a:lnTo>
                    <a:lnTo>
                      <a:pt x="89345" y="89154"/>
                    </a:lnTo>
                    <a:lnTo>
                      <a:pt x="89345" y="59436"/>
                    </a:lnTo>
                    <a:close/>
                    <a:moveTo>
                      <a:pt x="238125" y="327279"/>
                    </a:moveTo>
                    <a:lnTo>
                      <a:pt x="208407" y="327279"/>
                    </a:lnTo>
                    <a:lnTo>
                      <a:pt x="208407" y="356997"/>
                    </a:lnTo>
                    <a:lnTo>
                      <a:pt x="178689" y="356997"/>
                    </a:lnTo>
                    <a:lnTo>
                      <a:pt x="178689" y="327279"/>
                    </a:lnTo>
                    <a:lnTo>
                      <a:pt x="148971" y="327279"/>
                    </a:lnTo>
                    <a:lnTo>
                      <a:pt x="148971" y="297561"/>
                    </a:lnTo>
                    <a:lnTo>
                      <a:pt x="178689" y="297561"/>
                    </a:lnTo>
                    <a:lnTo>
                      <a:pt x="178689" y="267843"/>
                    </a:lnTo>
                    <a:lnTo>
                      <a:pt x="208407" y="267843"/>
                    </a:lnTo>
                    <a:lnTo>
                      <a:pt x="208407" y="297561"/>
                    </a:lnTo>
                    <a:lnTo>
                      <a:pt x="238125" y="297561"/>
                    </a:lnTo>
                    <a:lnTo>
                      <a:pt x="238125" y="327279"/>
                    </a:lnTo>
                    <a:close/>
                    <a:moveTo>
                      <a:pt x="357188" y="416623"/>
                    </a:moveTo>
                    <a:lnTo>
                      <a:pt x="327470" y="416623"/>
                    </a:lnTo>
                    <a:lnTo>
                      <a:pt x="327470" y="386905"/>
                    </a:lnTo>
                    <a:lnTo>
                      <a:pt x="357188" y="386905"/>
                    </a:lnTo>
                    <a:lnTo>
                      <a:pt x="357188" y="416623"/>
                    </a:lnTo>
                    <a:close/>
                    <a:moveTo>
                      <a:pt x="505968" y="386905"/>
                    </a:moveTo>
                    <a:lnTo>
                      <a:pt x="476250" y="386905"/>
                    </a:lnTo>
                    <a:lnTo>
                      <a:pt x="476250" y="416623"/>
                    </a:lnTo>
                    <a:lnTo>
                      <a:pt x="446532" y="416623"/>
                    </a:lnTo>
                    <a:lnTo>
                      <a:pt x="446532" y="386905"/>
                    </a:lnTo>
                    <a:lnTo>
                      <a:pt x="416814" y="386905"/>
                    </a:lnTo>
                    <a:lnTo>
                      <a:pt x="416814" y="357188"/>
                    </a:lnTo>
                    <a:lnTo>
                      <a:pt x="446532" y="357188"/>
                    </a:lnTo>
                    <a:lnTo>
                      <a:pt x="446532" y="327470"/>
                    </a:lnTo>
                    <a:lnTo>
                      <a:pt x="476250" y="327470"/>
                    </a:lnTo>
                    <a:lnTo>
                      <a:pt x="476250" y="357188"/>
                    </a:lnTo>
                    <a:lnTo>
                      <a:pt x="505968" y="357188"/>
                    </a:lnTo>
                    <a:lnTo>
                      <a:pt x="505968" y="386905"/>
                    </a:lnTo>
                    <a:close/>
                    <a:moveTo>
                      <a:pt x="565499" y="297561"/>
                    </a:moveTo>
                    <a:lnTo>
                      <a:pt x="535781" y="297561"/>
                    </a:lnTo>
                    <a:lnTo>
                      <a:pt x="535781" y="267843"/>
                    </a:lnTo>
                    <a:lnTo>
                      <a:pt x="565499" y="267843"/>
                    </a:lnTo>
                    <a:lnTo>
                      <a:pt x="565499" y="297561"/>
                    </a:lnTo>
                    <a:close/>
                    <a:moveTo>
                      <a:pt x="654844" y="118967"/>
                    </a:moveTo>
                    <a:lnTo>
                      <a:pt x="625126" y="118967"/>
                    </a:lnTo>
                    <a:lnTo>
                      <a:pt x="625126" y="89249"/>
                    </a:lnTo>
                    <a:lnTo>
                      <a:pt x="654844" y="89249"/>
                    </a:lnTo>
                    <a:lnTo>
                      <a:pt x="654844" y="11896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7" name="Google Shape;1625;p29">
                <a:extLst>
                  <a:ext uri="{FF2B5EF4-FFF2-40B4-BE49-F238E27FC236}">
                    <a16:creationId xmlns:a16="http://schemas.microsoft.com/office/drawing/2014/main" id="{E17E242C-E695-E07B-9FE4-63B24307264E}"/>
                  </a:ext>
                </a:extLst>
              </p:cNvPr>
              <p:cNvSpPr/>
              <p:nvPr/>
            </p:nvSpPr>
            <p:spPr>
              <a:xfrm>
                <a:off x="6689502" y="4916043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8" name="Google Shape;1626;p29">
                <a:extLst>
                  <a:ext uri="{FF2B5EF4-FFF2-40B4-BE49-F238E27FC236}">
                    <a16:creationId xmlns:a16="http://schemas.microsoft.com/office/drawing/2014/main" id="{B2F61836-968D-9CC1-4096-CA3F410CAA82}"/>
                  </a:ext>
                </a:extLst>
              </p:cNvPr>
              <p:cNvSpPr/>
              <p:nvPr/>
            </p:nvSpPr>
            <p:spPr>
              <a:xfrm>
                <a:off x="6957440" y="4975669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9" name="Google Shape;1627;p29">
                <a:extLst>
                  <a:ext uri="{FF2B5EF4-FFF2-40B4-BE49-F238E27FC236}">
                    <a16:creationId xmlns:a16="http://schemas.microsoft.com/office/drawing/2014/main" id="{368EC5E6-C6C7-9A54-32AC-D855BF54FC14}"/>
                  </a:ext>
                </a:extLst>
              </p:cNvPr>
              <p:cNvSpPr/>
              <p:nvPr/>
            </p:nvSpPr>
            <p:spPr>
              <a:xfrm>
                <a:off x="7046689" y="4886325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0" name="Google Shape;1628;p29">
                <a:extLst>
                  <a:ext uri="{FF2B5EF4-FFF2-40B4-BE49-F238E27FC236}">
                    <a16:creationId xmlns:a16="http://schemas.microsoft.com/office/drawing/2014/main" id="{C242E52E-D33E-4A17-4433-779DFEA1DADB}"/>
                  </a:ext>
                </a:extLst>
              </p:cNvPr>
              <p:cNvSpPr/>
              <p:nvPr/>
            </p:nvSpPr>
            <p:spPr>
              <a:xfrm>
                <a:off x="6749033" y="3993356"/>
                <a:ext cx="238125" cy="267938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67938" extrusionOk="0">
                    <a:moveTo>
                      <a:pt x="238125" y="0"/>
                    </a:moveTo>
                    <a:lnTo>
                      <a:pt x="238125" y="29813"/>
                    </a:lnTo>
                    <a:lnTo>
                      <a:pt x="208407" y="29813"/>
                    </a:lnTo>
                    <a:lnTo>
                      <a:pt x="208407" y="89249"/>
                    </a:lnTo>
                    <a:lnTo>
                      <a:pt x="178594" y="89249"/>
                    </a:lnTo>
                    <a:lnTo>
                      <a:pt x="178594" y="119063"/>
                    </a:lnTo>
                    <a:lnTo>
                      <a:pt x="148876" y="119063"/>
                    </a:lnTo>
                    <a:lnTo>
                      <a:pt x="148876" y="178594"/>
                    </a:lnTo>
                    <a:lnTo>
                      <a:pt x="178594" y="178594"/>
                    </a:lnTo>
                    <a:lnTo>
                      <a:pt x="178594" y="208312"/>
                    </a:lnTo>
                    <a:lnTo>
                      <a:pt x="208407" y="208312"/>
                    </a:lnTo>
                    <a:lnTo>
                      <a:pt x="208407" y="238125"/>
                    </a:lnTo>
                    <a:lnTo>
                      <a:pt x="148876" y="238125"/>
                    </a:lnTo>
                    <a:lnTo>
                      <a:pt x="148876" y="267938"/>
                    </a:lnTo>
                    <a:lnTo>
                      <a:pt x="89345" y="267938"/>
                    </a:lnTo>
                    <a:lnTo>
                      <a:pt x="89345" y="238125"/>
                    </a:lnTo>
                    <a:lnTo>
                      <a:pt x="29813" y="238125"/>
                    </a:lnTo>
                    <a:lnTo>
                      <a:pt x="29813" y="208312"/>
                    </a:lnTo>
                    <a:lnTo>
                      <a:pt x="59531" y="208312"/>
                    </a:lnTo>
                    <a:lnTo>
                      <a:pt x="59531" y="178594"/>
                    </a:lnTo>
                    <a:lnTo>
                      <a:pt x="89345" y="178594"/>
                    </a:lnTo>
                    <a:lnTo>
                      <a:pt x="89345" y="119063"/>
                    </a:lnTo>
                    <a:lnTo>
                      <a:pt x="59531" y="119063"/>
                    </a:lnTo>
                    <a:lnTo>
                      <a:pt x="59531" y="89249"/>
                    </a:lnTo>
                    <a:lnTo>
                      <a:pt x="148876" y="89249"/>
                    </a:lnTo>
                    <a:lnTo>
                      <a:pt x="148876" y="59531"/>
                    </a:lnTo>
                    <a:lnTo>
                      <a:pt x="59531" y="59531"/>
                    </a:lnTo>
                    <a:lnTo>
                      <a:pt x="59531" y="89249"/>
                    </a:lnTo>
                    <a:lnTo>
                      <a:pt x="29813" y="89249"/>
                    </a:lnTo>
                    <a:lnTo>
                      <a:pt x="29813" y="29813"/>
                    </a:lnTo>
                    <a:lnTo>
                      <a:pt x="0" y="29813"/>
                    </a:lnTo>
                    <a:lnTo>
                      <a:pt x="0" y="0"/>
                    </a:lnTo>
                    <a:lnTo>
                      <a:pt x="59531" y="0"/>
                    </a:lnTo>
                    <a:lnTo>
                      <a:pt x="59531" y="29813"/>
                    </a:lnTo>
                    <a:lnTo>
                      <a:pt x="178594" y="29813"/>
                    </a:lnTo>
                    <a:lnTo>
                      <a:pt x="178594" y="0"/>
                    </a:lnTo>
                    <a:lnTo>
                      <a:pt x="2381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1" name="Google Shape;1629;p29">
                <a:extLst>
                  <a:ext uri="{FF2B5EF4-FFF2-40B4-BE49-F238E27FC236}">
                    <a16:creationId xmlns:a16="http://schemas.microsoft.com/office/drawing/2014/main" id="{1F0E82BD-9CEB-C929-7A2C-2A500663FFB2}"/>
                  </a:ext>
                </a:extLst>
              </p:cNvPr>
              <p:cNvSpPr/>
              <p:nvPr/>
            </p:nvSpPr>
            <p:spPr>
              <a:xfrm>
                <a:off x="6778846" y="4052887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2" name="Google Shape;1630;p29">
                <a:extLst>
                  <a:ext uri="{FF2B5EF4-FFF2-40B4-BE49-F238E27FC236}">
                    <a16:creationId xmlns:a16="http://schemas.microsoft.com/office/drawing/2014/main" id="{15F4808B-0C8E-DD73-8E6C-ADCFA36CA59A}"/>
                  </a:ext>
                </a:extLst>
              </p:cNvPr>
              <p:cNvSpPr/>
              <p:nvPr/>
            </p:nvSpPr>
            <p:spPr>
              <a:xfrm>
                <a:off x="6808564" y="4082605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3" name="Google Shape;1631;p29">
                <a:extLst>
                  <a:ext uri="{FF2B5EF4-FFF2-40B4-BE49-F238E27FC236}">
                    <a16:creationId xmlns:a16="http://schemas.microsoft.com/office/drawing/2014/main" id="{A5DCC0C9-11FC-782C-FA0A-F8A076A8AC53}"/>
                  </a:ext>
                </a:extLst>
              </p:cNvPr>
              <p:cNvSpPr/>
              <p:nvPr/>
            </p:nvSpPr>
            <p:spPr>
              <a:xfrm>
                <a:off x="6927627" y="4052887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4" name="Google Shape;1632;p29">
                <a:extLst>
                  <a:ext uri="{FF2B5EF4-FFF2-40B4-BE49-F238E27FC236}">
                    <a16:creationId xmlns:a16="http://schemas.microsoft.com/office/drawing/2014/main" id="{131F7DE1-6400-69FD-D036-A272989F638B}"/>
                  </a:ext>
                </a:extLst>
              </p:cNvPr>
              <p:cNvSpPr/>
              <p:nvPr/>
            </p:nvSpPr>
            <p:spPr>
              <a:xfrm>
                <a:off x="6897909" y="4082605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5" name="Google Shape;1633;p29">
                <a:extLst>
                  <a:ext uri="{FF2B5EF4-FFF2-40B4-BE49-F238E27FC236}">
                    <a16:creationId xmlns:a16="http://schemas.microsoft.com/office/drawing/2014/main" id="{1E940464-989C-1076-3882-7891D6CFEE6D}"/>
                  </a:ext>
                </a:extLst>
              </p:cNvPr>
              <p:cNvSpPr/>
              <p:nvPr/>
            </p:nvSpPr>
            <p:spPr>
              <a:xfrm>
                <a:off x="6808564" y="4052887"/>
                <a:ext cx="119062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29718" extrusionOk="0">
                    <a:moveTo>
                      <a:pt x="0" y="0"/>
                    </a:moveTo>
                    <a:lnTo>
                      <a:pt x="119062" y="0"/>
                    </a:lnTo>
                    <a:lnTo>
                      <a:pt x="119062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6" name="Google Shape;1634;p29">
                <a:extLst>
                  <a:ext uri="{FF2B5EF4-FFF2-40B4-BE49-F238E27FC236}">
                    <a16:creationId xmlns:a16="http://schemas.microsoft.com/office/drawing/2014/main" id="{6AB57543-9CA1-B714-DB5D-D212FF6DD9F6}"/>
                  </a:ext>
                </a:extLst>
              </p:cNvPr>
              <p:cNvSpPr/>
              <p:nvPr/>
            </p:nvSpPr>
            <p:spPr>
              <a:xfrm>
                <a:off x="6838378" y="4112418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7" name="Google Shape;1635;p29">
                <a:extLst>
                  <a:ext uri="{FF2B5EF4-FFF2-40B4-BE49-F238E27FC236}">
                    <a16:creationId xmlns:a16="http://schemas.microsoft.com/office/drawing/2014/main" id="{AB4611F3-5017-70D2-AFCD-AC90EBBA1889}"/>
                  </a:ext>
                </a:extLst>
              </p:cNvPr>
              <p:cNvSpPr/>
              <p:nvPr/>
            </p:nvSpPr>
            <p:spPr>
              <a:xfrm>
                <a:off x="6808564" y="4171950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8" name="Google Shape;1636;p29">
                <a:extLst>
                  <a:ext uri="{FF2B5EF4-FFF2-40B4-BE49-F238E27FC236}">
                    <a16:creationId xmlns:a16="http://schemas.microsoft.com/office/drawing/2014/main" id="{1C3F1F74-6018-7DEE-F4BE-5139D7C4DB23}"/>
                  </a:ext>
                </a:extLst>
              </p:cNvPr>
              <p:cNvSpPr/>
              <p:nvPr/>
            </p:nvSpPr>
            <p:spPr>
              <a:xfrm>
                <a:off x="6897909" y="4171950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9" name="Google Shape;1637;p29">
                <a:extLst>
                  <a:ext uri="{FF2B5EF4-FFF2-40B4-BE49-F238E27FC236}">
                    <a16:creationId xmlns:a16="http://schemas.microsoft.com/office/drawing/2014/main" id="{4CEE457D-13D7-0744-95A2-BD73E46F1F8D}"/>
                  </a:ext>
                </a:extLst>
              </p:cNvPr>
              <p:cNvSpPr/>
              <p:nvPr/>
            </p:nvSpPr>
            <p:spPr>
              <a:xfrm>
                <a:off x="6927627" y="4201668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0" name="Google Shape;1638;p29">
                <a:extLst>
                  <a:ext uri="{FF2B5EF4-FFF2-40B4-BE49-F238E27FC236}">
                    <a16:creationId xmlns:a16="http://schemas.microsoft.com/office/drawing/2014/main" id="{30E8924A-5345-A877-503E-4E5FE216FB85}"/>
                  </a:ext>
                </a:extLst>
              </p:cNvPr>
              <p:cNvSpPr/>
              <p:nvPr/>
            </p:nvSpPr>
            <p:spPr>
              <a:xfrm>
                <a:off x="6778846" y="4201668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1" name="Google Shape;1639;p29">
                <a:extLst>
                  <a:ext uri="{FF2B5EF4-FFF2-40B4-BE49-F238E27FC236}">
                    <a16:creationId xmlns:a16="http://schemas.microsoft.com/office/drawing/2014/main" id="{6CDCD265-5AEA-317F-AD1D-9F1FECDE55BC}"/>
                  </a:ext>
                </a:extLst>
              </p:cNvPr>
              <p:cNvSpPr/>
              <p:nvPr/>
            </p:nvSpPr>
            <p:spPr>
              <a:xfrm>
                <a:off x="6749033" y="3993356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2" name="Google Shape;1640;p29">
                <a:extLst>
                  <a:ext uri="{FF2B5EF4-FFF2-40B4-BE49-F238E27FC236}">
                    <a16:creationId xmlns:a16="http://schemas.microsoft.com/office/drawing/2014/main" id="{B8FCCA92-F6E6-CCC2-7194-DDB316C44A7C}"/>
                  </a:ext>
                </a:extLst>
              </p:cNvPr>
              <p:cNvSpPr/>
              <p:nvPr/>
            </p:nvSpPr>
            <p:spPr>
              <a:xfrm>
                <a:off x="6927627" y="3993356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3" name="Google Shape;1641;p29">
                <a:extLst>
                  <a:ext uri="{FF2B5EF4-FFF2-40B4-BE49-F238E27FC236}">
                    <a16:creationId xmlns:a16="http://schemas.microsoft.com/office/drawing/2014/main" id="{367B2DB0-98FD-0946-FE41-CCDB5924D36D}"/>
                  </a:ext>
                </a:extLst>
              </p:cNvPr>
              <p:cNvSpPr/>
              <p:nvPr/>
            </p:nvSpPr>
            <p:spPr>
              <a:xfrm>
                <a:off x="6808564" y="4023169"/>
                <a:ext cx="119062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29718" extrusionOk="0">
                    <a:moveTo>
                      <a:pt x="0" y="0"/>
                    </a:moveTo>
                    <a:lnTo>
                      <a:pt x="119062" y="0"/>
                    </a:lnTo>
                    <a:lnTo>
                      <a:pt x="119062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4" name="Google Shape;1642;p29">
                <a:extLst>
                  <a:ext uri="{FF2B5EF4-FFF2-40B4-BE49-F238E27FC236}">
                    <a16:creationId xmlns:a16="http://schemas.microsoft.com/office/drawing/2014/main" id="{DC50EEC8-AD13-34DE-2321-3A6C6312183C}"/>
                  </a:ext>
                </a:extLst>
              </p:cNvPr>
              <p:cNvSpPr/>
              <p:nvPr/>
            </p:nvSpPr>
            <p:spPr>
              <a:xfrm>
                <a:off x="6481190" y="4767262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5" name="Google Shape;1643;p29">
                <a:extLst>
                  <a:ext uri="{FF2B5EF4-FFF2-40B4-BE49-F238E27FC236}">
                    <a16:creationId xmlns:a16="http://schemas.microsoft.com/office/drawing/2014/main" id="{5471D86B-0CF3-9DD3-5EB8-E9BFED07DFD0}"/>
                  </a:ext>
                </a:extLst>
              </p:cNvPr>
              <p:cNvSpPr/>
              <p:nvPr/>
            </p:nvSpPr>
            <p:spPr>
              <a:xfrm>
                <a:off x="6510908" y="4796980"/>
                <a:ext cx="89344" cy="208407"/>
              </a:xfrm>
              <a:custGeom>
                <a:avLst/>
                <a:gdLst/>
                <a:ahLst/>
                <a:cxnLst/>
                <a:rect l="l" t="t" r="r" b="b"/>
                <a:pathLst>
                  <a:path w="89344" h="208407" extrusionOk="0">
                    <a:moveTo>
                      <a:pt x="89345" y="119063"/>
                    </a:moveTo>
                    <a:lnTo>
                      <a:pt x="89345" y="208407"/>
                    </a:lnTo>
                    <a:lnTo>
                      <a:pt x="59531" y="208407"/>
                    </a:lnTo>
                    <a:lnTo>
                      <a:pt x="59531" y="148876"/>
                    </a:lnTo>
                    <a:lnTo>
                      <a:pt x="29813" y="148876"/>
                    </a:lnTo>
                    <a:lnTo>
                      <a:pt x="29813" y="89345"/>
                    </a:lnTo>
                    <a:lnTo>
                      <a:pt x="0" y="89345"/>
                    </a:lnTo>
                    <a:lnTo>
                      <a:pt x="0" y="0"/>
                    </a:lnTo>
                    <a:lnTo>
                      <a:pt x="29813" y="0"/>
                    </a:lnTo>
                    <a:lnTo>
                      <a:pt x="29813" y="59627"/>
                    </a:lnTo>
                    <a:lnTo>
                      <a:pt x="59531" y="59627"/>
                    </a:lnTo>
                    <a:lnTo>
                      <a:pt x="59531" y="119063"/>
                    </a:lnTo>
                    <a:lnTo>
                      <a:pt x="89345" y="11906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6" name="Google Shape;1644;p29">
                <a:extLst>
                  <a:ext uri="{FF2B5EF4-FFF2-40B4-BE49-F238E27FC236}">
                    <a16:creationId xmlns:a16="http://schemas.microsoft.com/office/drawing/2014/main" id="{97B420CE-E599-78F5-A447-01AEF39DD535}"/>
                  </a:ext>
                </a:extLst>
              </p:cNvPr>
              <p:cNvSpPr/>
              <p:nvPr/>
            </p:nvSpPr>
            <p:spPr>
              <a:xfrm>
                <a:off x="6600253" y="4975669"/>
                <a:ext cx="2971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59531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59531"/>
                    </a:lnTo>
                    <a:lnTo>
                      <a:pt x="0" y="595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7" name="Google Shape;1645;p29">
                <a:extLst>
                  <a:ext uri="{FF2B5EF4-FFF2-40B4-BE49-F238E27FC236}">
                    <a16:creationId xmlns:a16="http://schemas.microsoft.com/office/drawing/2014/main" id="{B2DCD97B-DA8F-649D-9C40-C3473F06E02C}"/>
                  </a:ext>
                </a:extLst>
              </p:cNvPr>
              <p:cNvSpPr/>
              <p:nvPr/>
            </p:nvSpPr>
            <p:spPr>
              <a:xfrm>
                <a:off x="6689502" y="5064918"/>
                <a:ext cx="1488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48875" h="119062" extrusionOk="0">
                    <a:moveTo>
                      <a:pt x="148876" y="89249"/>
                    </a:moveTo>
                    <a:lnTo>
                      <a:pt x="148876" y="119063"/>
                    </a:lnTo>
                    <a:lnTo>
                      <a:pt x="89345" y="119063"/>
                    </a:lnTo>
                    <a:lnTo>
                      <a:pt x="89345" y="89249"/>
                    </a:lnTo>
                    <a:lnTo>
                      <a:pt x="29813" y="89249"/>
                    </a:lnTo>
                    <a:lnTo>
                      <a:pt x="29813" y="59531"/>
                    </a:lnTo>
                    <a:lnTo>
                      <a:pt x="0" y="59531"/>
                    </a:lnTo>
                    <a:lnTo>
                      <a:pt x="0" y="0"/>
                    </a:lnTo>
                    <a:lnTo>
                      <a:pt x="29813" y="0"/>
                    </a:lnTo>
                    <a:lnTo>
                      <a:pt x="29813" y="29813"/>
                    </a:lnTo>
                    <a:lnTo>
                      <a:pt x="59531" y="29813"/>
                    </a:lnTo>
                    <a:lnTo>
                      <a:pt x="59531" y="59531"/>
                    </a:lnTo>
                    <a:lnTo>
                      <a:pt x="119063" y="59531"/>
                    </a:lnTo>
                    <a:lnTo>
                      <a:pt x="119063" y="89249"/>
                    </a:lnTo>
                    <a:lnTo>
                      <a:pt x="148876" y="892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8" name="Google Shape;1646;p29">
                <a:extLst>
                  <a:ext uri="{FF2B5EF4-FFF2-40B4-BE49-F238E27FC236}">
                    <a16:creationId xmlns:a16="http://schemas.microsoft.com/office/drawing/2014/main" id="{0741D47D-4E92-717C-F4BF-B9DBC38C7F0E}"/>
                  </a:ext>
                </a:extLst>
              </p:cNvPr>
              <p:cNvSpPr/>
              <p:nvPr/>
            </p:nvSpPr>
            <p:spPr>
              <a:xfrm>
                <a:off x="6629970" y="5005387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 extrusionOk="0">
                    <a:moveTo>
                      <a:pt x="59531" y="29718"/>
                    </a:moveTo>
                    <a:lnTo>
                      <a:pt x="59531" y="59531"/>
                    </a:lnTo>
                    <a:lnTo>
                      <a:pt x="0" y="59531"/>
                    </a:lnTo>
                    <a:lnTo>
                      <a:pt x="0" y="0"/>
                    </a:lnTo>
                    <a:lnTo>
                      <a:pt x="29813" y="0"/>
                    </a:lnTo>
                    <a:lnTo>
                      <a:pt x="29813" y="29718"/>
                    </a:lnTo>
                    <a:lnTo>
                      <a:pt x="59531" y="297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9" name="Google Shape;1647;p29">
                <a:extLst>
                  <a:ext uri="{FF2B5EF4-FFF2-40B4-BE49-F238E27FC236}">
                    <a16:creationId xmlns:a16="http://schemas.microsoft.com/office/drawing/2014/main" id="{944E24C0-C6B5-26DE-DDA5-CC801372EF7C}"/>
                  </a:ext>
                </a:extLst>
              </p:cNvPr>
              <p:cNvSpPr/>
              <p:nvPr/>
            </p:nvSpPr>
            <p:spPr>
              <a:xfrm>
                <a:off x="6659784" y="5064918"/>
                <a:ext cx="29718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29718" extrusionOk="0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70" name="Google Shape;1648;p29">
                <a:extLst>
                  <a:ext uri="{FF2B5EF4-FFF2-40B4-BE49-F238E27FC236}">
                    <a16:creationId xmlns:a16="http://schemas.microsoft.com/office/drawing/2014/main" id="{1886A911-8473-2D9D-F7A4-C27494775297}"/>
                  </a:ext>
                </a:extLst>
              </p:cNvPr>
              <p:cNvGrpSpPr/>
              <p:nvPr/>
            </p:nvGrpSpPr>
            <p:grpSpPr>
              <a:xfrm>
                <a:off x="6451662" y="4350734"/>
                <a:ext cx="833056" cy="595122"/>
                <a:chOff x="6451662" y="4350734"/>
                <a:chExt cx="833056" cy="595122"/>
              </a:xfrm>
            </p:grpSpPr>
            <p:sp>
              <p:nvSpPr>
                <p:cNvPr id="2075" name="Google Shape;1649;p29">
                  <a:extLst>
                    <a:ext uri="{FF2B5EF4-FFF2-40B4-BE49-F238E27FC236}">
                      <a16:creationId xmlns:a16="http://schemas.microsoft.com/office/drawing/2014/main" id="{42831AAA-0A66-1624-2775-B002A2CE0F9F}"/>
                    </a:ext>
                  </a:extLst>
                </p:cNvPr>
                <p:cNvSpPr/>
                <p:nvPr/>
              </p:nvSpPr>
              <p:spPr>
                <a:xfrm>
                  <a:off x="7106221" y="4618482"/>
                  <a:ext cx="89344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44" h="29718" extrusionOk="0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6" name="Google Shape;1650;p29">
                  <a:extLst>
                    <a:ext uri="{FF2B5EF4-FFF2-40B4-BE49-F238E27FC236}">
                      <a16:creationId xmlns:a16="http://schemas.microsoft.com/office/drawing/2014/main" id="{FF893E99-9C42-BE93-37CD-B0C6765AA121}"/>
                    </a:ext>
                  </a:extLst>
                </p:cNvPr>
                <p:cNvSpPr/>
                <p:nvPr/>
              </p:nvSpPr>
              <p:spPr>
                <a:xfrm>
                  <a:off x="7046689" y="4588668"/>
                  <a:ext cx="59531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59531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7" name="Google Shape;1651;p29">
                  <a:extLst>
                    <a:ext uri="{FF2B5EF4-FFF2-40B4-BE49-F238E27FC236}">
                      <a16:creationId xmlns:a16="http://schemas.microsoft.com/office/drawing/2014/main" id="{36A24FA4-BD23-329E-8BE9-3FA92BC4824B}"/>
                    </a:ext>
                  </a:extLst>
                </p:cNvPr>
                <p:cNvSpPr/>
                <p:nvPr/>
              </p:nvSpPr>
              <p:spPr>
                <a:xfrm>
                  <a:off x="6987158" y="4648200"/>
                  <a:ext cx="59531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59531" extrusionOk="0">
                      <a:moveTo>
                        <a:pt x="59531" y="0"/>
                      </a:moveTo>
                      <a:lnTo>
                        <a:pt x="59531" y="29718"/>
                      </a:lnTo>
                      <a:lnTo>
                        <a:pt x="29813" y="29718"/>
                      </a:lnTo>
                      <a:lnTo>
                        <a:pt x="29813" y="59531"/>
                      </a:lnTo>
                      <a:lnTo>
                        <a:pt x="0" y="59531"/>
                      </a:lnTo>
                      <a:lnTo>
                        <a:pt x="0" y="0"/>
                      </a:lnTo>
                      <a:lnTo>
                        <a:pt x="595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8" name="Google Shape;1652;p29">
                  <a:extLst>
                    <a:ext uri="{FF2B5EF4-FFF2-40B4-BE49-F238E27FC236}">
                      <a16:creationId xmlns:a16="http://schemas.microsoft.com/office/drawing/2014/main" id="{9406DFE2-0B2D-3AB6-3255-F3DDA0829C74}"/>
                    </a:ext>
                  </a:extLst>
                </p:cNvPr>
                <p:cNvSpPr/>
                <p:nvPr/>
              </p:nvSpPr>
              <p:spPr>
                <a:xfrm>
                  <a:off x="7046689" y="4648200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9" name="Google Shape;1653;p29">
                  <a:extLst>
                    <a:ext uri="{FF2B5EF4-FFF2-40B4-BE49-F238E27FC236}">
                      <a16:creationId xmlns:a16="http://schemas.microsoft.com/office/drawing/2014/main" id="{22230D46-0D57-5225-1484-D0AE398C56DF}"/>
                    </a:ext>
                  </a:extLst>
                </p:cNvPr>
                <p:cNvSpPr/>
                <p:nvPr/>
              </p:nvSpPr>
              <p:spPr>
                <a:xfrm>
                  <a:off x="6451662" y="4350734"/>
                  <a:ext cx="833056" cy="595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056" h="595122" extrusionOk="0">
                      <a:moveTo>
                        <a:pt x="803434" y="267748"/>
                      </a:moveTo>
                      <a:lnTo>
                        <a:pt x="803434" y="208217"/>
                      </a:lnTo>
                      <a:lnTo>
                        <a:pt x="773716" y="208217"/>
                      </a:lnTo>
                      <a:lnTo>
                        <a:pt x="773716" y="148685"/>
                      </a:lnTo>
                      <a:lnTo>
                        <a:pt x="743998" y="148685"/>
                      </a:lnTo>
                      <a:lnTo>
                        <a:pt x="743998" y="118967"/>
                      </a:lnTo>
                      <a:lnTo>
                        <a:pt x="684467" y="118967"/>
                      </a:lnTo>
                      <a:lnTo>
                        <a:pt x="684467" y="89249"/>
                      </a:lnTo>
                      <a:lnTo>
                        <a:pt x="565404" y="89249"/>
                      </a:lnTo>
                      <a:lnTo>
                        <a:pt x="565404" y="118967"/>
                      </a:lnTo>
                      <a:lnTo>
                        <a:pt x="505873" y="118967"/>
                      </a:lnTo>
                      <a:lnTo>
                        <a:pt x="505873" y="148685"/>
                      </a:lnTo>
                      <a:lnTo>
                        <a:pt x="476155" y="148685"/>
                      </a:lnTo>
                      <a:lnTo>
                        <a:pt x="476155" y="178403"/>
                      </a:lnTo>
                      <a:lnTo>
                        <a:pt x="446437" y="178403"/>
                      </a:lnTo>
                      <a:lnTo>
                        <a:pt x="446437" y="148685"/>
                      </a:lnTo>
                      <a:lnTo>
                        <a:pt x="476155" y="148685"/>
                      </a:lnTo>
                      <a:lnTo>
                        <a:pt x="476155" y="118967"/>
                      </a:lnTo>
                      <a:lnTo>
                        <a:pt x="505873" y="118967"/>
                      </a:lnTo>
                      <a:lnTo>
                        <a:pt x="505873" y="89249"/>
                      </a:lnTo>
                      <a:lnTo>
                        <a:pt x="476155" y="89249"/>
                      </a:lnTo>
                      <a:lnTo>
                        <a:pt x="476155" y="29718"/>
                      </a:lnTo>
                      <a:lnTo>
                        <a:pt x="505873" y="29718"/>
                      </a:lnTo>
                      <a:lnTo>
                        <a:pt x="505873" y="0"/>
                      </a:lnTo>
                      <a:lnTo>
                        <a:pt x="446342" y="0"/>
                      </a:lnTo>
                      <a:lnTo>
                        <a:pt x="446342" y="29718"/>
                      </a:lnTo>
                      <a:lnTo>
                        <a:pt x="386810" y="29718"/>
                      </a:lnTo>
                      <a:lnTo>
                        <a:pt x="386810" y="0"/>
                      </a:lnTo>
                      <a:lnTo>
                        <a:pt x="327279" y="0"/>
                      </a:lnTo>
                      <a:lnTo>
                        <a:pt x="327279" y="29718"/>
                      </a:lnTo>
                      <a:lnTo>
                        <a:pt x="356997" y="29718"/>
                      </a:lnTo>
                      <a:lnTo>
                        <a:pt x="356997" y="89249"/>
                      </a:lnTo>
                      <a:lnTo>
                        <a:pt x="327279" y="89249"/>
                      </a:lnTo>
                      <a:lnTo>
                        <a:pt x="327279" y="118967"/>
                      </a:lnTo>
                      <a:lnTo>
                        <a:pt x="356997" y="118967"/>
                      </a:lnTo>
                      <a:lnTo>
                        <a:pt x="356997" y="148685"/>
                      </a:lnTo>
                      <a:lnTo>
                        <a:pt x="386715" y="148685"/>
                      </a:lnTo>
                      <a:lnTo>
                        <a:pt x="386715" y="178403"/>
                      </a:lnTo>
                      <a:lnTo>
                        <a:pt x="356997" y="178403"/>
                      </a:lnTo>
                      <a:lnTo>
                        <a:pt x="356997" y="148685"/>
                      </a:lnTo>
                      <a:lnTo>
                        <a:pt x="327279" y="148685"/>
                      </a:lnTo>
                      <a:lnTo>
                        <a:pt x="327279" y="118967"/>
                      </a:lnTo>
                      <a:lnTo>
                        <a:pt x="267748" y="118967"/>
                      </a:lnTo>
                      <a:lnTo>
                        <a:pt x="267748" y="89249"/>
                      </a:lnTo>
                      <a:lnTo>
                        <a:pt x="148685" y="89249"/>
                      </a:lnTo>
                      <a:lnTo>
                        <a:pt x="148685" y="118967"/>
                      </a:lnTo>
                      <a:lnTo>
                        <a:pt x="89154" y="118967"/>
                      </a:lnTo>
                      <a:lnTo>
                        <a:pt x="89154" y="148685"/>
                      </a:lnTo>
                      <a:lnTo>
                        <a:pt x="59436" y="148685"/>
                      </a:lnTo>
                      <a:lnTo>
                        <a:pt x="59436" y="208217"/>
                      </a:lnTo>
                      <a:lnTo>
                        <a:pt x="29718" y="208217"/>
                      </a:lnTo>
                      <a:lnTo>
                        <a:pt x="29718" y="267748"/>
                      </a:lnTo>
                      <a:lnTo>
                        <a:pt x="0" y="267748"/>
                      </a:lnTo>
                      <a:lnTo>
                        <a:pt x="0" y="386810"/>
                      </a:lnTo>
                      <a:lnTo>
                        <a:pt x="29718" y="386810"/>
                      </a:lnTo>
                      <a:lnTo>
                        <a:pt x="29718" y="416528"/>
                      </a:lnTo>
                      <a:lnTo>
                        <a:pt x="59436" y="416528"/>
                      </a:lnTo>
                      <a:lnTo>
                        <a:pt x="59436" y="356997"/>
                      </a:lnTo>
                      <a:lnTo>
                        <a:pt x="29718" y="356997"/>
                      </a:lnTo>
                      <a:lnTo>
                        <a:pt x="29718" y="297466"/>
                      </a:lnTo>
                      <a:lnTo>
                        <a:pt x="59436" y="297466"/>
                      </a:lnTo>
                      <a:lnTo>
                        <a:pt x="59436" y="237935"/>
                      </a:lnTo>
                      <a:lnTo>
                        <a:pt x="89154" y="237935"/>
                      </a:lnTo>
                      <a:lnTo>
                        <a:pt x="89154" y="178403"/>
                      </a:lnTo>
                      <a:lnTo>
                        <a:pt x="118872" y="178403"/>
                      </a:lnTo>
                      <a:lnTo>
                        <a:pt x="118872" y="148685"/>
                      </a:lnTo>
                      <a:lnTo>
                        <a:pt x="178403" y="148685"/>
                      </a:lnTo>
                      <a:lnTo>
                        <a:pt x="178403" y="118967"/>
                      </a:lnTo>
                      <a:lnTo>
                        <a:pt x="237935" y="118967"/>
                      </a:lnTo>
                      <a:lnTo>
                        <a:pt x="237935" y="148685"/>
                      </a:lnTo>
                      <a:lnTo>
                        <a:pt x="297466" y="148685"/>
                      </a:lnTo>
                      <a:lnTo>
                        <a:pt x="297466" y="178403"/>
                      </a:lnTo>
                      <a:lnTo>
                        <a:pt x="327184" y="178403"/>
                      </a:lnTo>
                      <a:lnTo>
                        <a:pt x="327184" y="208121"/>
                      </a:lnTo>
                      <a:lnTo>
                        <a:pt x="297466" y="208121"/>
                      </a:lnTo>
                      <a:lnTo>
                        <a:pt x="297466" y="178403"/>
                      </a:lnTo>
                      <a:lnTo>
                        <a:pt x="237935" y="178403"/>
                      </a:lnTo>
                      <a:lnTo>
                        <a:pt x="237935" y="148685"/>
                      </a:lnTo>
                      <a:lnTo>
                        <a:pt x="178403" y="148685"/>
                      </a:lnTo>
                      <a:lnTo>
                        <a:pt x="178403" y="178403"/>
                      </a:lnTo>
                      <a:lnTo>
                        <a:pt x="118872" y="178403"/>
                      </a:lnTo>
                      <a:lnTo>
                        <a:pt x="118872" y="237935"/>
                      </a:lnTo>
                      <a:lnTo>
                        <a:pt x="89154" y="237935"/>
                      </a:lnTo>
                      <a:lnTo>
                        <a:pt x="89154" y="297466"/>
                      </a:lnTo>
                      <a:lnTo>
                        <a:pt x="118872" y="297466"/>
                      </a:lnTo>
                      <a:lnTo>
                        <a:pt x="118872" y="267748"/>
                      </a:lnTo>
                      <a:lnTo>
                        <a:pt x="178403" y="267748"/>
                      </a:lnTo>
                      <a:lnTo>
                        <a:pt x="178403" y="238030"/>
                      </a:lnTo>
                      <a:lnTo>
                        <a:pt x="267748" y="238030"/>
                      </a:lnTo>
                      <a:lnTo>
                        <a:pt x="267748" y="267748"/>
                      </a:lnTo>
                      <a:lnTo>
                        <a:pt x="386810" y="267748"/>
                      </a:lnTo>
                      <a:lnTo>
                        <a:pt x="386810" y="297466"/>
                      </a:lnTo>
                      <a:lnTo>
                        <a:pt x="535591" y="297466"/>
                      </a:lnTo>
                      <a:lnTo>
                        <a:pt x="535591" y="267748"/>
                      </a:lnTo>
                      <a:lnTo>
                        <a:pt x="595122" y="267748"/>
                      </a:lnTo>
                      <a:lnTo>
                        <a:pt x="595122" y="208217"/>
                      </a:lnTo>
                      <a:lnTo>
                        <a:pt x="654653" y="208217"/>
                      </a:lnTo>
                      <a:lnTo>
                        <a:pt x="654653" y="237935"/>
                      </a:lnTo>
                      <a:lnTo>
                        <a:pt x="714185" y="237935"/>
                      </a:lnTo>
                      <a:lnTo>
                        <a:pt x="714185" y="178689"/>
                      </a:lnTo>
                      <a:lnTo>
                        <a:pt x="654653" y="178689"/>
                      </a:lnTo>
                      <a:lnTo>
                        <a:pt x="654653" y="148971"/>
                      </a:lnTo>
                      <a:lnTo>
                        <a:pt x="595122" y="148971"/>
                      </a:lnTo>
                      <a:lnTo>
                        <a:pt x="595122" y="178689"/>
                      </a:lnTo>
                      <a:lnTo>
                        <a:pt x="535591" y="178689"/>
                      </a:lnTo>
                      <a:lnTo>
                        <a:pt x="535591" y="208407"/>
                      </a:lnTo>
                      <a:lnTo>
                        <a:pt x="505873" y="208407"/>
                      </a:lnTo>
                      <a:lnTo>
                        <a:pt x="505873" y="178308"/>
                      </a:lnTo>
                      <a:lnTo>
                        <a:pt x="535591" y="178308"/>
                      </a:lnTo>
                      <a:lnTo>
                        <a:pt x="535591" y="148590"/>
                      </a:lnTo>
                      <a:lnTo>
                        <a:pt x="595122" y="148590"/>
                      </a:lnTo>
                      <a:lnTo>
                        <a:pt x="595122" y="118872"/>
                      </a:lnTo>
                      <a:lnTo>
                        <a:pt x="654653" y="118872"/>
                      </a:lnTo>
                      <a:lnTo>
                        <a:pt x="654653" y="148590"/>
                      </a:lnTo>
                      <a:lnTo>
                        <a:pt x="714185" y="148590"/>
                      </a:lnTo>
                      <a:lnTo>
                        <a:pt x="714185" y="178308"/>
                      </a:lnTo>
                      <a:lnTo>
                        <a:pt x="743903" y="178308"/>
                      </a:lnTo>
                      <a:lnTo>
                        <a:pt x="743903" y="237839"/>
                      </a:lnTo>
                      <a:lnTo>
                        <a:pt x="773621" y="237839"/>
                      </a:lnTo>
                      <a:lnTo>
                        <a:pt x="773621" y="297371"/>
                      </a:lnTo>
                      <a:lnTo>
                        <a:pt x="803338" y="297371"/>
                      </a:lnTo>
                      <a:lnTo>
                        <a:pt x="803338" y="356902"/>
                      </a:lnTo>
                      <a:lnTo>
                        <a:pt x="773621" y="356902"/>
                      </a:lnTo>
                      <a:lnTo>
                        <a:pt x="773621" y="446246"/>
                      </a:lnTo>
                      <a:lnTo>
                        <a:pt x="743903" y="446246"/>
                      </a:lnTo>
                      <a:lnTo>
                        <a:pt x="743903" y="505778"/>
                      </a:lnTo>
                      <a:lnTo>
                        <a:pt x="714185" y="505778"/>
                      </a:lnTo>
                      <a:lnTo>
                        <a:pt x="714185" y="595122"/>
                      </a:lnTo>
                      <a:lnTo>
                        <a:pt x="743903" y="595122"/>
                      </a:lnTo>
                      <a:lnTo>
                        <a:pt x="743903" y="535591"/>
                      </a:lnTo>
                      <a:lnTo>
                        <a:pt x="773621" y="535591"/>
                      </a:lnTo>
                      <a:lnTo>
                        <a:pt x="773621" y="476060"/>
                      </a:lnTo>
                      <a:lnTo>
                        <a:pt x="803338" y="476060"/>
                      </a:lnTo>
                      <a:lnTo>
                        <a:pt x="803338" y="386715"/>
                      </a:lnTo>
                      <a:lnTo>
                        <a:pt x="833056" y="386715"/>
                      </a:lnTo>
                      <a:lnTo>
                        <a:pt x="833056" y="267653"/>
                      </a:lnTo>
                      <a:lnTo>
                        <a:pt x="803338" y="267653"/>
                      </a:lnTo>
                      <a:close/>
                      <a:moveTo>
                        <a:pt x="416528" y="59341"/>
                      </a:moveTo>
                      <a:lnTo>
                        <a:pt x="446246" y="59341"/>
                      </a:lnTo>
                      <a:lnTo>
                        <a:pt x="446246" y="118872"/>
                      </a:lnTo>
                      <a:lnTo>
                        <a:pt x="416528" y="118872"/>
                      </a:lnTo>
                      <a:lnTo>
                        <a:pt x="416528" y="5934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0" name="Google Shape;1654;p29">
                  <a:extLst>
                    <a:ext uri="{FF2B5EF4-FFF2-40B4-BE49-F238E27FC236}">
                      <a16:creationId xmlns:a16="http://schemas.microsoft.com/office/drawing/2014/main" id="{ACF62031-6493-BA8A-5267-1E06332FE0DE}"/>
                    </a:ext>
                  </a:extLst>
                </p:cNvPr>
                <p:cNvSpPr/>
                <p:nvPr/>
              </p:nvSpPr>
              <p:spPr>
                <a:xfrm>
                  <a:off x="7046689" y="4558855"/>
                  <a:ext cx="59531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29718" extrusionOk="0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71" name="Google Shape;1655;p29">
                <a:extLst>
                  <a:ext uri="{FF2B5EF4-FFF2-40B4-BE49-F238E27FC236}">
                    <a16:creationId xmlns:a16="http://schemas.microsoft.com/office/drawing/2014/main" id="{252ACEE5-FBE3-AFFE-3AB7-9300BAAC151B}"/>
                  </a:ext>
                </a:extLst>
              </p:cNvPr>
              <p:cNvSpPr/>
              <p:nvPr/>
            </p:nvSpPr>
            <p:spPr>
              <a:xfrm>
                <a:off x="6719315" y="4767262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2" name="Google Shape;1656;p29">
                <a:extLst>
                  <a:ext uri="{FF2B5EF4-FFF2-40B4-BE49-F238E27FC236}">
                    <a16:creationId xmlns:a16="http://schemas.microsoft.com/office/drawing/2014/main" id="{96FC951A-9F45-7427-AD05-11E36DDB0F68}"/>
                  </a:ext>
                </a:extLst>
              </p:cNvPr>
              <p:cNvSpPr/>
              <p:nvPr/>
            </p:nvSpPr>
            <p:spPr>
              <a:xfrm>
                <a:off x="6838378" y="4767262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3" name="Google Shape;1657;p29">
                <a:extLst>
                  <a:ext uri="{FF2B5EF4-FFF2-40B4-BE49-F238E27FC236}">
                    <a16:creationId xmlns:a16="http://schemas.microsoft.com/office/drawing/2014/main" id="{C3C3A3AF-EAA8-C372-4A55-533BBAFB2675}"/>
                  </a:ext>
                </a:extLst>
              </p:cNvPr>
              <p:cNvSpPr/>
              <p:nvPr/>
            </p:nvSpPr>
            <p:spPr>
              <a:xfrm>
                <a:off x="6629970" y="4707826"/>
                <a:ext cx="476345" cy="148589"/>
              </a:xfrm>
              <a:custGeom>
                <a:avLst/>
                <a:gdLst/>
                <a:ahLst/>
                <a:cxnLst/>
                <a:rect l="l" t="t" r="r" b="b"/>
                <a:pathLst>
                  <a:path w="476345" h="148589" extrusionOk="0">
                    <a:moveTo>
                      <a:pt x="416719" y="59436"/>
                    </a:moveTo>
                    <a:lnTo>
                      <a:pt x="416719" y="29718"/>
                    </a:lnTo>
                    <a:lnTo>
                      <a:pt x="357188" y="29718"/>
                    </a:lnTo>
                    <a:lnTo>
                      <a:pt x="357188" y="0"/>
                    </a:lnTo>
                    <a:lnTo>
                      <a:pt x="119063" y="0"/>
                    </a:lnTo>
                    <a:lnTo>
                      <a:pt x="119063" y="29718"/>
                    </a:lnTo>
                    <a:lnTo>
                      <a:pt x="59531" y="29718"/>
                    </a:lnTo>
                    <a:lnTo>
                      <a:pt x="59531" y="59436"/>
                    </a:lnTo>
                    <a:lnTo>
                      <a:pt x="0" y="59436"/>
                    </a:lnTo>
                    <a:lnTo>
                      <a:pt x="0" y="89154"/>
                    </a:lnTo>
                    <a:lnTo>
                      <a:pt x="59531" y="89154"/>
                    </a:lnTo>
                    <a:lnTo>
                      <a:pt x="59531" y="118872"/>
                    </a:lnTo>
                    <a:lnTo>
                      <a:pt x="148876" y="118872"/>
                    </a:lnTo>
                    <a:lnTo>
                      <a:pt x="148876" y="148590"/>
                    </a:lnTo>
                    <a:lnTo>
                      <a:pt x="327470" y="148590"/>
                    </a:lnTo>
                    <a:lnTo>
                      <a:pt x="327470" y="118872"/>
                    </a:lnTo>
                    <a:lnTo>
                      <a:pt x="416814" y="118872"/>
                    </a:lnTo>
                    <a:lnTo>
                      <a:pt x="416814" y="89154"/>
                    </a:lnTo>
                    <a:lnTo>
                      <a:pt x="476345" y="89154"/>
                    </a:lnTo>
                    <a:lnTo>
                      <a:pt x="476345" y="59436"/>
                    </a:lnTo>
                    <a:lnTo>
                      <a:pt x="416814" y="59436"/>
                    </a:lnTo>
                    <a:close/>
                    <a:moveTo>
                      <a:pt x="148876" y="89154"/>
                    </a:moveTo>
                    <a:lnTo>
                      <a:pt x="89345" y="89154"/>
                    </a:lnTo>
                    <a:lnTo>
                      <a:pt x="89345" y="59436"/>
                    </a:lnTo>
                    <a:lnTo>
                      <a:pt x="148876" y="59436"/>
                    </a:lnTo>
                    <a:lnTo>
                      <a:pt x="148876" y="89154"/>
                    </a:lnTo>
                    <a:close/>
                    <a:moveTo>
                      <a:pt x="267938" y="89154"/>
                    </a:moveTo>
                    <a:lnTo>
                      <a:pt x="208407" y="89154"/>
                    </a:lnTo>
                    <a:lnTo>
                      <a:pt x="208407" y="59436"/>
                    </a:lnTo>
                    <a:lnTo>
                      <a:pt x="267938" y="59436"/>
                    </a:lnTo>
                    <a:lnTo>
                      <a:pt x="267938" y="89154"/>
                    </a:lnTo>
                    <a:close/>
                    <a:moveTo>
                      <a:pt x="387001" y="89154"/>
                    </a:moveTo>
                    <a:lnTo>
                      <a:pt x="327470" y="89154"/>
                    </a:lnTo>
                    <a:lnTo>
                      <a:pt x="327470" y="59436"/>
                    </a:lnTo>
                    <a:lnTo>
                      <a:pt x="387001" y="59436"/>
                    </a:lnTo>
                    <a:lnTo>
                      <a:pt x="387001" y="89154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4" name="Google Shape;1658;p29">
                <a:extLst>
                  <a:ext uri="{FF2B5EF4-FFF2-40B4-BE49-F238E27FC236}">
                    <a16:creationId xmlns:a16="http://schemas.microsoft.com/office/drawing/2014/main" id="{BF7CC450-0827-460A-0951-8274579FAE3C}"/>
                  </a:ext>
                </a:extLst>
              </p:cNvPr>
              <p:cNvSpPr/>
              <p:nvPr/>
            </p:nvSpPr>
            <p:spPr>
              <a:xfrm>
                <a:off x="6957440" y="4767262"/>
                <a:ext cx="59531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9718" extrusionOk="0">
                    <a:moveTo>
                      <a:pt x="0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82" name="Google Shape;1659;p29">
              <a:extLst>
                <a:ext uri="{FF2B5EF4-FFF2-40B4-BE49-F238E27FC236}">
                  <a16:creationId xmlns:a16="http://schemas.microsoft.com/office/drawing/2014/main" id="{285A8FE6-CE99-5C9E-439C-7E8439397F90}"/>
                </a:ext>
              </a:extLst>
            </p:cNvPr>
            <p:cNvSpPr/>
            <p:nvPr/>
          </p:nvSpPr>
          <p:spPr>
            <a:xfrm>
              <a:off x="7076503" y="4588668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660;p29">
              <a:extLst>
                <a:ext uri="{FF2B5EF4-FFF2-40B4-BE49-F238E27FC236}">
                  <a16:creationId xmlns:a16="http://schemas.microsoft.com/office/drawing/2014/main" id="{A0D8FFF7-11E0-0CFC-6C33-E1CF0999394E}"/>
                </a:ext>
              </a:extLst>
            </p:cNvPr>
            <p:cNvSpPr/>
            <p:nvPr/>
          </p:nvSpPr>
          <p:spPr>
            <a:xfrm>
              <a:off x="7046689" y="4618482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4" name="Google Shape;1661;p29">
              <a:extLst>
                <a:ext uri="{FF2B5EF4-FFF2-40B4-BE49-F238E27FC236}">
                  <a16:creationId xmlns:a16="http://schemas.microsoft.com/office/drawing/2014/main" id="{72B0808F-2E95-5D71-333D-2F57EFE957B8}"/>
                </a:ext>
              </a:extLst>
            </p:cNvPr>
            <p:cNvSpPr/>
            <p:nvPr/>
          </p:nvSpPr>
          <p:spPr>
            <a:xfrm>
              <a:off x="6749033" y="4856607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662;p29">
              <a:extLst>
                <a:ext uri="{FF2B5EF4-FFF2-40B4-BE49-F238E27FC236}">
                  <a16:creationId xmlns:a16="http://schemas.microsoft.com/office/drawing/2014/main" id="{28282454-6103-E94E-9C5E-DB68C140976F}"/>
                </a:ext>
              </a:extLst>
            </p:cNvPr>
            <p:cNvSpPr/>
            <p:nvPr/>
          </p:nvSpPr>
          <p:spPr>
            <a:xfrm>
              <a:off x="6659784" y="4826793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663;p29">
              <a:extLst>
                <a:ext uri="{FF2B5EF4-FFF2-40B4-BE49-F238E27FC236}">
                  <a16:creationId xmlns:a16="http://schemas.microsoft.com/office/drawing/2014/main" id="{0F6F2DB0-D501-53D4-8594-B7E22C336368}"/>
                </a:ext>
              </a:extLst>
            </p:cNvPr>
            <p:cNvSpPr/>
            <p:nvPr/>
          </p:nvSpPr>
          <p:spPr>
            <a:xfrm>
              <a:off x="6957440" y="4856607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7" name="Google Shape;1664;p29">
              <a:extLst>
                <a:ext uri="{FF2B5EF4-FFF2-40B4-BE49-F238E27FC236}">
                  <a16:creationId xmlns:a16="http://schemas.microsoft.com/office/drawing/2014/main" id="{3B1D9A91-F61B-0AAA-7327-0F74694E7BEE}"/>
                </a:ext>
              </a:extLst>
            </p:cNvPr>
            <p:cNvSpPr/>
            <p:nvPr/>
          </p:nvSpPr>
          <p:spPr>
            <a:xfrm>
              <a:off x="7046689" y="4826793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665;p29">
              <a:extLst>
                <a:ext uri="{FF2B5EF4-FFF2-40B4-BE49-F238E27FC236}">
                  <a16:creationId xmlns:a16="http://schemas.microsoft.com/office/drawing/2014/main" id="{E54A6B45-A6E4-02D4-1345-AE2F5B7F888A}"/>
                </a:ext>
              </a:extLst>
            </p:cNvPr>
            <p:cNvSpPr/>
            <p:nvPr/>
          </p:nvSpPr>
          <p:spPr>
            <a:xfrm>
              <a:off x="7106221" y="4737544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9" name="Google Shape;1666;p29">
              <a:extLst>
                <a:ext uri="{FF2B5EF4-FFF2-40B4-BE49-F238E27FC236}">
                  <a16:creationId xmlns:a16="http://schemas.microsoft.com/office/drawing/2014/main" id="{092BEA7E-4888-2D38-0BD4-482A850C9C06}"/>
                </a:ext>
              </a:extLst>
            </p:cNvPr>
            <p:cNvSpPr/>
            <p:nvPr/>
          </p:nvSpPr>
          <p:spPr>
            <a:xfrm>
              <a:off x="6600253" y="4737544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0" name="Google Shape;1667;p29">
              <a:extLst>
                <a:ext uri="{FF2B5EF4-FFF2-40B4-BE49-F238E27FC236}">
                  <a16:creationId xmlns:a16="http://schemas.microsoft.com/office/drawing/2014/main" id="{04BF326B-353C-1975-73D7-2715E2783959}"/>
                </a:ext>
              </a:extLst>
            </p:cNvPr>
            <p:cNvSpPr/>
            <p:nvPr/>
          </p:nvSpPr>
          <p:spPr>
            <a:xfrm>
              <a:off x="6778846" y="4350543"/>
              <a:ext cx="59531" cy="29718"/>
            </a:xfrm>
            <a:custGeom>
              <a:avLst/>
              <a:gdLst/>
              <a:ahLst/>
              <a:cxnLst/>
              <a:rect l="l" t="t" r="r" b="b"/>
              <a:pathLst>
                <a:path w="59531" h="29718" extrusionOk="0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1" name="Google Shape;1668;p29">
              <a:extLst>
                <a:ext uri="{FF2B5EF4-FFF2-40B4-BE49-F238E27FC236}">
                  <a16:creationId xmlns:a16="http://schemas.microsoft.com/office/drawing/2014/main" id="{4ABC0355-3F2D-FC19-8941-C44E29AB3B58}"/>
                </a:ext>
              </a:extLst>
            </p:cNvPr>
            <p:cNvSpPr/>
            <p:nvPr/>
          </p:nvSpPr>
          <p:spPr>
            <a:xfrm>
              <a:off x="6838378" y="4380357"/>
              <a:ext cx="59531" cy="29718"/>
            </a:xfrm>
            <a:custGeom>
              <a:avLst/>
              <a:gdLst/>
              <a:ahLst/>
              <a:cxnLst/>
              <a:rect l="l" t="t" r="r" b="b"/>
              <a:pathLst>
                <a:path w="59531" h="29718" extrusionOk="0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2" name="Google Shape;1669;p29">
              <a:extLst>
                <a:ext uri="{FF2B5EF4-FFF2-40B4-BE49-F238E27FC236}">
                  <a16:creationId xmlns:a16="http://schemas.microsoft.com/office/drawing/2014/main" id="{28177C60-BE2B-C739-ACAB-43DE93C3949A}"/>
                </a:ext>
              </a:extLst>
            </p:cNvPr>
            <p:cNvSpPr/>
            <p:nvPr/>
          </p:nvSpPr>
          <p:spPr>
            <a:xfrm>
              <a:off x="6897909" y="4350543"/>
              <a:ext cx="59531" cy="29718"/>
            </a:xfrm>
            <a:custGeom>
              <a:avLst/>
              <a:gdLst/>
              <a:ahLst/>
              <a:cxnLst/>
              <a:rect l="l" t="t" r="r" b="b"/>
              <a:pathLst>
                <a:path w="59531" h="29718" extrusionOk="0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670;p29">
              <a:extLst>
                <a:ext uri="{FF2B5EF4-FFF2-40B4-BE49-F238E27FC236}">
                  <a16:creationId xmlns:a16="http://schemas.microsoft.com/office/drawing/2014/main" id="{5D8C69D1-AF9A-C763-2085-D79DD5427B76}"/>
                </a:ext>
              </a:extLst>
            </p:cNvPr>
            <p:cNvSpPr/>
            <p:nvPr/>
          </p:nvSpPr>
          <p:spPr>
            <a:xfrm>
              <a:off x="6778846" y="4261294"/>
              <a:ext cx="59531" cy="29718"/>
            </a:xfrm>
            <a:custGeom>
              <a:avLst/>
              <a:gdLst/>
              <a:ahLst/>
              <a:cxnLst/>
              <a:rect l="l" t="t" r="r" b="b"/>
              <a:pathLst>
                <a:path w="59531" h="29718" extrusionOk="0">
                  <a:moveTo>
                    <a:pt x="0" y="0"/>
                  </a:moveTo>
                  <a:lnTo>
                    <a:pt x="59531" y="0"/>
                  </a:lnTo>
                  <a:lnTo>
                    <a:pt x="59531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4" name="Google Shape;1671;p29">
              <a:extLst>
                <a:ext uri="{FF2B5EF4-FFF2-40B4-BE49-F238E27FC236}">
                  <a16:creationId xmlns:a16="http://schemas.microsoft.com/office/drawing/2014/main" id="{2D3BF65E-E94C-4A8A-340E-0993BE77B0F1}"/>
                </a:ext>
              </a:extLst>
            </p:cNvPr>
            <p:cNvSpPr/>
            <p:nvPr/>
          </p:nvSpPr>
          <p:spPr>
            <a:xfrm>
              <a:off x="7225283" y="4707731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5" name="Google Shape;1672;p29">
              <a:extLst>
                <a:ext uri="{FF2B5EF4-FFF2-40B4-BE49-F238E27FC236}">
                  <a16:creationId xmlns:a16="http://schemas.microsoft.com/office/drawing/2014/main" id="{E272CD3D-758A-B892-F805-1BD5960BB478}"/>
                </a:ext>
              </a:extLst>
            </p:cNvPr>
            <p:cNvSpPr/>
            <p:nvPr/>
          </p:nvSpPr>
          <p:spPr>
            <a:xfrm>
              <a:off x="6570439" y="4529137"/>
              <a:ext cx="59531" cy="59531"/>
            </a:xfrm>
            <a:custGeom>
              <a:avLst/>
              <a:gdLst/>
              <a:ahLst/>
              <a:cxnLst/>
              <a:rect l="l" t="t" r="r" b="b"/>
              <a:pathLst>
                <a:path w="59531" h="59531" extrusionOk="0">
                  <a:moveTo>
                    <a:pt x="0" y="0"/>
                  </a:moveTo>
                  <a:lnTo>
                    <a:pt x="59531" y="0"/>
                  </a:lnTo>
                  <a:lnTo>
                    <a:pt x="59531" y="59531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6" name="Google Shape;1673;p29">
              <a:extLst>
                <a:ext uri="{FF2B5EF4-FFF2-40B4-BE49-F238E27FC236}">
                  <a16:creationId xmlns:a16="http://schemas.microsoft.com/office/drawing/2014/main" id="{185EFEBC-6C5D-C7FA-AEE0-3C06CAAD38BC}"/>
                </a:ext>
              </a:extLst>
            </p:cNvPr>
            <p:cNvSpPr/>
            <p:nvPr/>
          </p:nvSpPr>
          <p:spPr>
            <a:xfrm>
              <a:off x="6927627" y="5124450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674;p29">
              <a:extLst>
                <a:ext uri="{FF2B5EF4-FFF2-40B4-BE49-F238E27FC236}">
                  <a16:creationId xmlns:a16="http://schemas.microsoft.com/office/drawing/2014/main" id="{9A92705B-2D66-BEB7-4416-D28F0C9CBEF0}"/>
                </a:ext>
              </a:extLst>
            </p:cNvPr>
            <p:cNvSpPr/>
            <p:nvPr/>
          </p:nvSpPr>
          <p:spPr>
            <a:xfrm>
              <a:off x="7046689" y="5035105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8" name="Google Shape;1675;p29">
              <a:extLst>
                <a:ext uri="{FF2B5EF4-FFF2-40B4-BE49-F238E27FC236}">
                  <a16:creationId xmlns:a16="http://schemas.microsoft.com/office/drawing/2014/main" id="{0FFDAD03-6C2C-E4EA-7E55-A078164DB278}"/>
                </a:ext>
              </a:extLst>
            </p:cNvPr>
            <p:cNvSpPr/>
            <p:nvPr/>
          </p:nvSpPr>
          <p:spPr>
            <a:xfrm>
              <a:off x="7106221" y="4975669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9" name="Google Shape;1676;p29">
              <a:extLst>
                <a:ext uri="{FF2B5EF4-FFF2-40B4-BE49-F238E27FC236}">
                  <a16:creationId xmlns:a16="http://schemas.microsoft.com/office/drawing/2014/main" id="{B8F76C89-E99E-0A99-774B-9885594124E7}"/>
                </a:ext>
              </a:extLst>
            </p:cNvPr>
            <p:cNvSpPr/>
            <p:nvPr/>
          </p:nvSpPr>
          <p:spPr>
            <a:xfrm>
              <a:off x="6629971" y="5005387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0" name="Google Shape;1677;p29">
              <a:extLst>
                <a:ext uri="{FF2B5EF4-FFF2-40B4-BE49-F238E27FC236}">
                  <a16:creationId xmlns:a16="http://schemas.microsoft.com/office/drawing/2014/main" id="{F185F95B-66E3-6ABE-9346-BD5EF0200A99}"/>
                </a:ext>
              </a:extLst>
            </p:cNvPr>
            <p:cNvSpPr/>
            <p:nvPr/>
          </p:nvSpPr>
          <p:spPr>
            <a:xfrm>
              <a:off x="6540721" y="4856607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1" name="Google Shape;1678;p29">
              <a:extLst>
                <a:ext uri="{FF2B5EF4-FFF2-40B4-BE49-F238E27FC236}">
                  <a16:creationId xmlns:a16="http://schemas.microsoft.com/office/drawing/2014/main" id="{4A605C3D-2B98-D01D-8E75-A6209FB553B9}"/>
                </a:ext>
              </a:extLst>
            </p:cNvPr>
            <p:cNvSpPr/>
            <p:nvPr/>
          </p:nvSpPr>
          <p:spPr>
            <a:xfrm>
              <a:off x="6778846" y="5124450"/>
              <a:ext cx="29718" cy="29718"/>
            </a:xfrm>
            <a:custGeom>
              <a:avLst/>
              <a:gdLst/>
              <a:ahLst/>
              <a:cxnLst/>
              <a:rect l="l" t="t" r="r" b="b"/>
              <a:pathLst>
                <a:path w="29718" h="29718" extrusionOk="0">
                  <a:moveTo>
                    <a:pt x="0" y="0"/>
                  </a:moveTo>
                  <a:lnTo>
                    <a:pt x="29718" y="0"/>
                  </a:lnTo>
                  <a:lnTo>
                    <a:pt x="29718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90" name="Picture 2089">
            <a:extLst>
              <a:ext uri="{FF2B5EF4-FFF2-40B4-BE49-F238E27FC236}">
                <a16:creationId xmlns:a16="http://schemas.microsoft.com/office/drawing/2014/main" id="{817B23A9-4710-6E24-4D2F-A34140001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849" y="493701"/>
            <a:ext cx="809652" cy="13944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8269D0-3FFE-14B4-6E83-F5C7A8D004E1}"/>
              </a:ext>
            </a:extLst>
          </p:cNvPr>
          <p:cNvSpPr txBox="1"/>
          <p:nvPr/>
        </p:nvSpPr>
        <p:spPr>
          <a:xfrm>
            <a:off x="3762982" y="156118"/>
            <a:ext cx="1618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  <a:endParaRPr lang="ko-KR" altLang="en-US" sz="2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5E96296-C959-7E37-7BDF-E5BAC42EE331}"/>
              </a:ext>
            </a:extLst>
          </p:cNvPr>
          <p:cNvSpPr/>
          <p:nvPr/>
        </p:nvSpPr>
        <p:spPr>
          <a:xfrm>
            <a:off x="337511" y="813153"/>
            <a:ext cx="4023360" cy="1051560"/>
          </a:xfrm>
          <a:prstGeom prst="rect">
            <a:avLst/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ㅇ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64DDDD99-4D0B-BE4D-BE9A-7C7B024BC6EA}"/>
              </a:ext>
            </a:extLst>
          </p:cNvPr>
          <p:cNvSpPr/>
          <p:nvPr/>
        </p:nvSpPr>
        <p:spPr>
          <a:xfrm>
            <a:off x="337509" y="813153"/>
            <a:ext cx="502920" cy="1051560"/>
          </a:xfrm>
          <a:prstGeom prst="rect">
            <a:avLst/>
          </a:prstGeom>
          <a:solidFill>
            <a:srgbClr val="0070C0"/>
          </a:solidFill>
          <a:ln w="12700">
            <a:solidFill>
              <a:schemeClr val="bg1">
                <a:lumMod val="10000"/>
                <a:lumOff val="90000"/>
              </a:scheme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69D1925-2CDD-644D-FC6E-BE31CC6FE1D8}"/>
              </a:ext>
            </a:extLst>
          </p:cNvPr>
          <p:cNvSpPr/>
          <p:nvPr/>
        </p:nvSpPr>
        <p:spPr>
          <a:xfrm>
            <a:off x="337511" y="2045970"/>
            <a:ext cx="4023360" cy="1051560"/>
          </a:xfrm>
          <a:prstGeom prst="rect">
            <a:avLst/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5BC23EA4-0996-3AF6-C4B5-E137B4F73A1C}"/>
              </a:ext>
            </a:extLst>
          </p:cNvPr>
          <p:cNvSpPr/>
          <p:nvPr/>
        </p:nvSpPr>
        <p:spPr>
          <a:xfrm>
            <a:off x="4783129" y="813153"/>
            <a:ext cx="4023360" cy="1051560"/>
          </a:xfrm>
          <a:prstGeom prst="rect">
            <a:avLst/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4AAE8492-FFC2-F6A2-60C5-10DBEF5B2C6F}"/>
              </a:ext>
            </a:extLst>
          </p:cNvPr>
          <p:cNvSpPr/>
          <p:nvPr/>
        </p:nvSpPr>
        <p:spPr>
          <a:xfrm>
            <a:off x="4783129" y="2045970"/>
            <a:ext cx="4023360" cy="1051560"/>
          </a:xfrm>
          <a:prstGeom prst="rect">
            <a:avLst/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FC32E18-A723-7101-0A6D-A908090F8BBB}"/>
              </a:ext>
            </a:extLst>
          </p:cNvPr>
          <p:cNvSpPr/>
          <p:nvPr/>
        </p:nvSpPr>
        <p:spPr>
          <a:xfrm>
            <a:off x="2560319" y="3278787"/>
            <a:ext cx="4023360" cy="1051560"/>
          </a:xfrm>
          <a:prstGeom prst="rect">
            <a:avLst/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9C20BA42-A8AD-B5FB-CFEA-5BE29E120E98}"/>
              </a:ext>
            </a:extLst>
          </p:cNvPr>
          <p:cNvSpPr/>
          <p:nvPr/>
        </p:nvSpPr>
        <p:spPr>
          <a:xfrm>
            <a:off x="337509" y="2045970"/>
            <a:ext cx="502920" cy="1051560"/>
          </a:xfrm>
          <a:prstGeom prst="rect">
            <a:avLst/>
          </a:prstGeom>
          <a:solidFill>
            <a:srgbClr val="0070C0"/>
          </a:solidFill>
          <a:ln w="12700">
            <a:solidFill>
              <a:schemeClr val="bg1">
                <a:lumMod val="10000"/>
                <a:lumOff val="90000"/>
              </a:scheme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03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2FD33FA4-2B53-89E9-1BCE-940EDC3FFDBE}"/>
              </a:ext>
            </a:extLst>
          </p:cNvPr>
          <p:cNvSpPr/>
          <p:nvPr/>
        </p:nvSpPr>
        <p:spPr>
          <a:xfrm>
            <a:off x="2560319" y="3286550"/>
            <a:ext cx="502920" cy="1051560"/>
          </a:xfrm>
          <a:prstGeom prst="rect">
            <a:avLst/>
          </a:prstGeom>
          <a:solidFill>
            <a:srgbClr val="0070C0"/>
          </a:solidFill>
          <a:ln w="12700">
            <a:solidFill>
              <a:schemeClr val="bg1">
                <a:lumMod val="10000"/>
                <a:lumOff val="90000"/>
              </a:scheme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05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05D962FD-F061-7524-2B25-4BEDF39CF50B}"/>
              </a:ext>
            </a:extLst>
          </p:cNvPr>
          <p:cNvSpPr/>
          <p:nvPr/>
        </p:nvSpPr>
        <p:spPr>
          <a:xfrm>
            <a:off x="4783129" y="813153"/>
            <a:ext cx="502920" cy="1051560"/>
          </a:xfrm>
          <a:prstGeom prst="rect">
            <a:avLst/>
          </a:prstGeom>
          <a:solidFill>
            <a:srgbClr val="0070C0"/>
          </a:solidFill>
          <a:ln w="12700">
            <a:solidFill>
              <a:schemeClr val="bg1">
                <a:lumMod val="10000"/>
                <a:lumOff val="90000"/>
              </a:scheme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02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A2E816A-D334-D981-9025-1DC1ED97C88F}"/>
              </a:ext>
            </a:extLst>
          </p:cNvPr>
          <p:cNvSpPr/>
          <p:nvPr/>
        </p:nvSpPr>
        <p:spPr>
          <a:xfrm>
            <a:off x="4783129" y="2038207"/>
            <a:ext cx="502920" cy="1051560"/>
          </a:xfrm>
          <a:prstGeom prst="rect">
            <a:avLst/>
          </a:prstGeom>
          <a:solidFill>
            <a:srgbClr val="0070C0"/>
          </a:solidFill>
          <a:ln w="12700">
            <a:solidFill>
              <a:schemeClr val="bg1">
                <a:lumMod val="10000"/>
                <a:lumOff val="90000"/>
              </a:scheme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04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B13F0F-3C12-5911-8D39-B285126A41B7}"/>
              </a:ext>
            </a:extLst>
          </p:cNvPr>
          <p:cNvSpPr txBox="1"/>
          <p:nvPr/>
        </p:nvSpPr>
        <p:spPr>
          <a:xfrm>
            <a:off x="921834" y="944137"/>
            <a:ext cx="3330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</a:rPr>
              <a:t>게임 소개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5F0841-8742-DA44-F910-B1D26D86399E}"/>
              </a:ext>
            </a:extLst>
          </p:cNvPr>
          <p:cNvSpPr txBox="1"/>
          <p:nvPr/>
        </p:nvSpPr>
        <p:spPr>
          <a:xfrm>
            <a:off x="5381020" y="938931"/>
            <a:ext cx="3330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</a:rPr>
              <a:t>구조 설계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39EB67-2154-DD86-6EF6-8C6EF02FADE9}"/>
              </a:ext>
            </a:extLst>
          </p:cNvPr>
          <p:cNvSpPr txBox="1"/>
          <p:nvPr/>
        </p:nvSpPr>
        <p:spPr>
          <a:xfrm>
            <a:off x="920531" y="2171322"/>
            <a:ext cx="3330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</a:rPr>
              <a:t>핵심 기능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9E6A14-9803-0AC9-9B4E-4C4830BE192A}"/>
              </a:ext>
            </a:extLst>
          </p:cNvPr>
          <p:cNvSpPr txBox="1"/>
          <p:nvPr/>
        </p:nvSpPr>
        <p:spPr>
          <a:xfrm>
            <a:off x="5381020" y="2171322"/>
            <a:ext cx="3330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</a:rPr>
              <a:t>시연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E5B919-A46C-F163-31B7-FE9B47D1C641}"/>
              </a:ext>
            </a:extLst>
          </p:cNvPr>
          <p:cNvSpPr txBox="1"/>
          <p:nvPr/>
        </p:nvSpPr>
        <p:spPr>
          <a:xfrm>
            <a:off x="3158210" y="3416542"/>
            <a:ext cx="3330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</a:rPr>
              <a:t>성과 및 결론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D3613-E2EA-DE3E-75B4-C92042CDA8B4}"/>
              </a:ext>
            </a:extLst>
          </p:cNvPr>
          <p:cNvSpPr txBox="1"/>
          <p:nvPr/>
        </p:nvSpPr>
        <p:spPr>
          <a:xfrm>
            <a:off x="916073" y="1310397"/>
            <a:ext cx="3100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장르</a:t>
            </a:r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개발 환경</a:t>
            </a:r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벤치마킹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56940E-38F4-9711-917A-C7EFA6A17BBE}"/>
              </a:ext>
            </a:extLst>
          </p:cNvPr>
          <p:cNvSpPr txBox="1"/>
          <p:nvPr/>
        </p:nvSpPr>
        <p:spPr>
          <a:xfrm>
            <a:off x="5381020" y="1310396"/>
            <a:ext cx="3100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파일 구성</a:t>
            </a:r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기능 설계도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83B9B1-9E6F-E7EA-FE1C-854FB7028074}"/>
              </a:ext>
            </a:extLst>
          </p:cNvPr>
          <p:cNvSpPr txBox="1"/>
          <p:nvPr/>
        </p:nvSpPr>
        <p:spPr>
          <a:xfrm>
            <a:off x="916073" y="2533515"/>
            <a:ext cx="3100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스킬</a:t>
            </a:r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보스</a:t>
            </a:r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적 유닛</a:t>
            </a:r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맵 및 웨이브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59C0F8-048A-33D6-B1D9-C2D4DDD31589}"/>
              </a:ext>
            </a:extLst>
          </p:cNvPr>
          <p:cNvSpPr txBox="1"/>
          <p:nvPr/>
        </p:nvSpPr>
        <p:spPr>
          <a:xfrm>
            <a:off x="5381020" y="2478354"/>
            <a:ext cx="3100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실제 게임 플레이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19BFEF-B29E-E8B0-54BB-C218603F9E2F}"/>
              </a:ext>
            </a:extLst>
          </p:cNvPr>
          <p:cNvSpPr txBox="1"/>
          <p:nvPr/>
        </p:nvSpPr>
        <p:spPr>
          <a:xfrm>
            <a:off x="3158210" y="3720637"/>
            <a:ext cx="3100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프로젝트 성과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28"/>
          <p:cNvSpPr txBox="1">
            <a:spLocks noGrp="1"/>
          </p:cNvSpPr>
          <p:nvPr>
            <p:ph type="title"/>
          </p:nvPr>
        </p:nvSpPr>
        <p:spPr>
          <a:xfrm>
            <a:off x="459380" y="172456"/>
            <a:ext cx="3201194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게임 소개</a:t>
            </a:r>
            <a:b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5F605BB5-6DC0-A306-46BB-D2331739629E}"/>
              </a:ext>
            </a:extLst>
          </p:cNvPr>
          <p:cNvSpPr/>
          <p:nvPr/>
        </p:nvSpPr>
        <p:spPr>
          <a:xfrm>
            <a:off x="4869180" y="822960"/>
            <a:ext cx="3744766" cy="3797677"/>
          </a:xfrm>
          <a:prstGeom prst="roundRect">
            <a:avLst>
              <a:gd name="adj" fmla="val 1813"/>
            </a:avLst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600" b="1" dirty="0">
              <a:solidFill>
                <a:srgbClr val="C00000"/>
              </a:solidFill>
              <a:effectLst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ko-KR" altLang="en-US" sz="1600" b="1" dirty="0">
                <a:solidFill>
                  <a:srgbClr val="C00000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벤치마킹</a:t>
            </a:r>
            <a:endParaRPr lang="ko-KR" altLang="ko-KR" sz="1000" kern="100" dirty="0">
              <a:solidFill>
                <a:srgbClr val="C00000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ko-KR" altLang="en-US" sz="14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58A7F01-F911-0D98-A079-7033DA8C21AB}"/>
              </a:ext>
            </a:extLst>
          </p:cNvPr>
          <p:cNvSpPr/>
          <p:nvPr/>
        </p:nvSpPr>
        <p:spPr>
          <a:xfrm>
            <a:off x="5107843" y="1423072"/>
            <a:ext cx="3296620" cy="1065342"/>
          </a:xfrm>
          <a:prstGeom prst="roundRect">
            <a:avLst>
              <a:gd name="adj" fmla="val 5223"/>
            </a:avLst>
          </a:prstGeom>
          <a:solidFill>
            <a:srgbClr val="130C58"/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600" b="1" dirty="0">
              <a:solidFill>
                <a:srgbClr val="C00000"/>
              </a:solidFill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  <a:effectLst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ko-KR" altLang="ko-KR" sz="1600" kern="100" dirty="0">
              <a:solidFill>
                <a:srgbClr val="C00000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059FFAC3-34B4-A155-88D8-B98FF2370059}"/>
              </a:ext>
            </a:extLst>
          </p:cNvPr>
          <p:cNvSpPr/>
          <p:nvPr/>
        </p:nvSpPr>
        <p:spPr>
          <a:xfrm>
            <a:off x="5101870" y="2630359"/>
            <a:ext cx="3296620" cy="1065342"/>
          </a:xfrm>
          <a:prstGeom prst="roundRect">
            <a:avLst>
              <a:gd name="adj" fmla="val 3792"/>
            </a:avLst>
          </a:prstGeom>
          <a:solidFill>
            <a:srgbClr val="130C58"/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600" b="1" dirty="0">
              <a:solidFill>
                <a:srgbClr val="C00000"/>
              </a:solidFill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  <a:effectLst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ko-KR" altLang="ko-KR" sz="1600" kern="100" dirty="0">
              <a:solidFill>
                <a:srgbClr val="C00000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7D674BBD-403B-E5E5-D146-8ADD26299E17}"/>
              </a:ext>
            </a:extLst>
          </p:cNvPr>
          <p:cNvSpPr/>
          <p:nvPr/>
        </p:nvSpPr>
        <p:spPr>
          <a:xfrm>
            <a:off x="459380" y="822962"/>
            <a:ext cx="4107418" cy="3797676"/>
          </a:xfrm>
          <a:prstGeom prst="roundRect">
            <a:avLst>
              <a:gd name="adj" fmla="val 2421"/>
            </a:avLst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600" b="1" dirty="0">
              <a:solidFill>
                <a:srgbClr val="C00000"/>
              </a:solidFill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ko-KR" altLang="en-US" sz="1600" b="1" dirty="0">
                <a:solidFill>
                  <a:srgbClr val="C00000"/>
                </a:solidFill>
                <a:ea typeface="Malgun Gothic" panose="020B0503020000020004" pitchFamily="34" charset="-127"/>
                <a:cs typeface="Times New Roman" panose="02020603050405020304" pitchFamily="18" charset="0"/>
              </a:rPr>
              <a:t>게임 개요</a:t>
            </a:r>
            <a:endParaRPr lang="en-US" altLang="ko-KR" sz="1600" b="1" dirty="0">
              <a:solidFill>
                <a:srgbClr val="C00000"/>
              </a:solidFill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  <a:effectLst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ko-KR" altLang="ko-KR" sz="1600" kern="100" dirty="0">
              <a:solidFill>
                <a:srgbClr val="C00000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B2A167-F617-554B-050C-A443E1A09EA9}"/>
              </a:ext>
            </a:extLst>
          </p:cNvPr>
          <p:cNvSpPr txBox="1"/>
          <p:nvPr/>
        </p:nvSpPr>
        <p:spPr>
          <a:xfrm>
            <a:off x="272834" y="2264647"/>
            <a:ext cx="4393581" cy="53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ABABF-C486-F0E9-89AA-F9D15CC1E1C6}"/>
              </a:ext>
            </a:extLst>
          </p:cNvPr>
          <p:cNvSpPr txBox="1"/>
          <p:nvPr/>
        </p:nvSpPr>
        <p:spPr>
          <a:xfrm>
            <a:off x="652119" y="1645743"/>
            <a:ext cx="344036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장르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턴제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SRPG +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타워 디펜스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C++, Windows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콘솔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IDE : Visual Studio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명의 영웅으로 타워를 방어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웨이브 클리어가 목표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F0C10-DE35-320B-0915-6F80218539FD}"/>
              </a:ext>
            </a:extLst>
          </p:cNvPr>
          <p:cNvSpPr txBox="1"/>
          <p:nvPr/>
        </p:nvSpPr>
        <p:spPr>
          <a:xfrm>
            <a:off x="5101870" y="1449379"/>
            <a:ext cx="12763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Plant vs Zombie</a:t>
            </a:r>
            <a:endParaRPr lang="ko-KR" altLang="en-US" sz="11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FB2351-E45A-3DFA-D751-FD902C4DC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665" y="1694832"/>
            <a:ext cx="1324678" cy="7331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67FFF4-1923-5A98-865A-D7C579B9F7FA}"/>
              </a:ext>
            </a:extLst>
          </p:cNvPr>
          <p:cNvSpPr txBox="1"/>
          <p:nvPr/>
        </p:nvSpPr>
        <p:spPr>
          <a:xfrm>
            <a:off x="5101870" y="2642825"/>
            <a:ext cx="19928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Disgaea: Hour of Darkness</a:t>
            </a:r>
            <a:endParaRPr lang="ko-KR" altLang="en-US" sz="11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A2DA7D1-2BD4-FBD2-3AEE-D240386A9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480" y="2904436"/>
            <a:ext cx="1302863" cy="7313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4471DE-50AB-0D75-3263-E0BA6F576721}"/>
              </a:ext>
            </a:extLst>
          </p:cNvPr>
          <p:cNvSpPr txBox="1"/>
          <p:nvPr/>
        </p:nvSpPr>
        <p:spPr>
          <a:xfrm>
            <a:off x="6459583" y="1892795"/>
            <a:ext cx="1950853" cy="364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캐릭터 기반 웨이브 방어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캐릭터의 고유 능력치와 배치 전략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0FC6CC-A6B1-6A69-3884-435808DEE934}"/>
              </a:ext>
            </a:extLst>
          </p:cNvPr>
          <p:cNvSpPr txBox="1"/>
          <p:nvPr/>
        </p:nvSpPr>
        <p:spPr>
          <a:xfrm>
            <a:off x="6491343" y="3046380"/>
            <a:ext cx="2139837" cy="364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전략적 턴제 시스템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직업별 고유 능력</a:t>
            </a:r>
            <a:r>
              <a:rPr lang="en-US" altLang="ko-KR" sz="8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사거리</a:t>
            </a:r>
            <a:r>
              <a:rPr lang="en-US" altLang="ko-KR" sz="8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이동거리</a:t>
            </a: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F3FF399F-15B0-B4AB-3017-D33E55D85D04}"/>
              </a:ext>
            </a:extLst>
          </p:cNvPr>
          <p:cNvSpPr/>
          <p:nvPr/>
        </p:nvSpPr>
        <p:spPr>
          <a:xfrm>
            <a:off x="5117094" y="3934409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945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차별점: 두 장르를 결합한 콘솔 기반 복합 게임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2">
          <a:extLst>
            <a:ext uri="{FF2B5EF4-FFF2-40B4-BE49-F238E27FC236}">
              <a16:creationId xmlns:a16="http://schemas.microsoft.com/office/drawing/2014/main" id="{DD693A7A-DBF7-116A-5434-C32CFC22A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7E79D7C8-9D42-3262-8090-C9B691B063E5}"/>
              </a:ext>
            </a:extLst>
          </p:cNvPr>
          <p:cNvSpPr/>
          <p:nvPr/>
        </p:nvSpPr>
        <p:spPr>
          <a:xfrm>
            <a:off x="4678679" y="0"/>
            <a:ext cx="4273848" cy="5120640"/>
          </a:xfrm>
          <a:prstGeom prst="roundRect">
            <a:avLst>
              <a:gd name="adj" fmla="val 1894"/>
            </a:avLst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600" b="1" dirty="0">
              <a:solidFill>
                <a:srgbClr val="C00000"/>
              </a:solidFill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ko-KR" altLang="en-US" sz="1600" b="1" dirty="0">
                <a:solidFill>
                  <a:srgbClr val="C00000"/>
                </a:solidFill>
                <a:ea typeface="Malgun Gothic" panose="020B0503020000020004" pitchFamily="34" charset="-127"/>
                <a:cs typeface="Times New Roman" panose="02020603050405020304" pitchFamily="18" charset="0"/>
              </a:rPr>
              <a:t>기능 설계도</a:t>
            </a:r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  <a:effectLst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ko-KR" altLang="ko-KR" sz="1600" kern="100" dirty="0">
              <a:solidFill>
                <a:srgbClr val="C00000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AE4459E-6C25-BFF7-BD18-639467E16A72}"/>
              </a:ext>
            </a:extLst>
          </p:cNvPr>
          <p:cNvSpPr/>
          <p:nvPr/>
        </p:nvSpPr>
        <p:spPr>
          <a:xfrm>
            <a:off x="321013" y="1013460"/>
            <a:ext cx="4054560" cy="3820305"/>
          </a:xfrm>
          <a:prstGeom prst="roundRect">
            <a:avLst>
              <a:gd name="adj" fmla="val 1894"/>
            </a:avLst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600" b="1" dirty="0">
              <a:solidFill>
                <a:srgbClr val="C00000"/>
              </a:solidFill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ko-KR" altLang="en-US" sz="1600" b="1" dirty="0">
                <a:solidFill>
                  <a:srgbClr val="C00000"/>
                </a:solidFill>
                <a:ea typeface="Malgun Gothic" panose="020B0503020000020004" pitchFamily="34" charset="-127"/>
                <a:cs typeface="Times New Roman" panose="02020603050405020304" pitchFamily="18" charset="0"/>
              </a:rPr>
              <a:t>파일 구성 </a:t>
            </a:r>
            <a:r>
              <a:rPr lang="en-US" altLang="ko-KR" sz="1600" b="1" dirty="0">
                <a:solidFill>
                  <a:srgbClr val="C00000"/>
                </a:solidFill>
                <a:ea typeface="Malgun Gothic" panose="020B0503020000020004" pitchFamily="34" charset="-127"/>
                <a:cs typeface="Times New Roman" panose="02020603050405020304" pitchFamily="18" charset="0"/>
              </a:rPr>
              <a:t>(34</a:t>
            </a:r>
            <a:r>
              <a:rPr lang="ko-KR" altLang="en-US" sz="1600" b="1" dirty="0">
                <a:solidFill>
                  <a:srgbClr val="C00000"/>
                </a:solidFill>
                <a:ea typeface="Malgun Gothic" panose="020B0503020000020004" pitchFamily="34" charset="-127"/>
                <a:cs typeface="Times New Roman" panose="02020603050405020304" pitchFamily="18" charset="0"/>
              </a:rPr>
              <a:t>개</a:t>
            </a:r>
            <a:r>
              <a:rPr lang="en-US" altLang="ko-KR" sz="1600" b="1" dirty="0">
                <a:solidFill>
                  <a:srgbClr val="C00000"/>
                </a:solidFill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</a:endParaRPr>
          </a:p>
          <a:p>
            <a:endParaRPr lang="en-US" altLang="ko-KR" sz="1600" dirty="0">
              <a:solidFill>
                <a:srgbClr val="C00000"/>
              </a:solidFill>
              <a:effectLst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ko-KR" altLang="ko-KR" sz="1600" kern="100" dirty="0">
              <a:solidFill>
                <a:srgbClr val="C00000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ko-KR" altLang="en-US" sz="1600" dirty="0">
              <a:solidFill>
                <a:srgbClr val="C00000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30BDFC6-FF72-3647-7F37-1457117DA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80" y="1615440"/>
            <a:ext cx="3632560" cy="3056640"/>
          </a:xfrm>
          <a:prstGeom prst="rect">
            <a:avLst/>
          </a:prstGeom>
        </p:spPr>
      </p:pic>
      <p:sp>
        <p:nvSpPr>
          <p:cNvPr id="10" name="Google Shape;1452;p28">
            <a:extLst>
              <a:ext uri="{FF2B5EF4-FFF2-40B4-BE49-F238E27FC236}">
                <a16:creationId xmlns:a16="http://schemas.microsoft.com/office/drawing/2014/main" id="{9F32A06D-1473-9313-00D7-CF54A6DA59AE}"/>
              </a:ext>
            </a:extLst>
          </p:cNvPr>
          <p:cNvSpPr txBox="1">
            <a:spLocks/>
          </p:cNvSpPr>
          <p:nvPr/>
        </p:nvSpPr>
        <p:spPr>
          <a:xfrm>
            <a:off x="459380" y="172456"/>
            <a:ext cx="3201194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3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l"/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구조 설계</a:t>
            </a:r>
            <a:b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DD09D50-07AA-4332-5CC0-A0D808CEB36F}"/>
              </a:ext>
            </a:extLst>
          </p:cNvPr>
          <p:cNvGrpSpPr/>
          <p:nvPr/>
        </p:nvGrpSpPr>
        <p:grpSpPr>
          <a:xfrm>
            <a:off x="4824980" y="542338"/>
            <a:ext cx="3991592" cy="4367739"/>
            <a:chOff x="4729912" y="601980"/>
            <a:chExt cx="3827348" cy="4058922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FCF8A30A-41EA-6F64-71F6-A00EB8860D16}"/>
                </a:ext>
              </a:extLst>
            </p:cNvPr>
            <p:cNvSpPr/>
            <p:nvPr/>
          </p:nvSpPr>
          <p:spPr>
            <a:xfrm>
              <a:off x="4729912" y="601980"/>
              <a:ext cx="3827348" cy="4058922"/>
            </a:xfrm>
            <a:prstGeom prst="roundRect">
              <a:avLst>
                <a:gd name="adj" fmla="val 2531"/>
              </a:avLst>
            </a:prstGeom>
            <a:solidFill>
              <a:schemeClr val="bg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E5777CE4-D435-4885-974E-08571EF0F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37311" y="617220"/>
              <a:ext cx="3129315" cy="40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216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8">
          <a:extLst>
            <a:ext uri="{FF2B5EF4-FFF2-40B4-BE49-F238E27FC236}">
              <a16:creationId xmlns:a16="http://schemas.microsoft.com/office/drawing/2014/main" id="{CA3ACFD3-4ED8-A574-EEFE-476AF4691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2;p28">
            <a:extLst>
              <a:ext uri="{FF2B5EF4-FFF2-40B4-BE49-F238E27FC236}">
                <a16:creationId xmlns:a16="http://schemas.microsoft.com/office/drawing/2014/main" id="{AE353F27-88DB-A1AD-4A0C-00976462A8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333" y="172456"/>
            <a:ext cx="3499233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핵심 기능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스킬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547313BB-83B4-EC93-22E6-1CFBDC4219D5}"/>
              </a:ext>
            </a:extLst>
          </p:cNvPr>
          <p:cNvSpPr/>
          <p:nvPr/>
        </p:nvSpPr>
        <p:spPr>
          <a:xfrm>
            <a:off x="2741949" y="1011721"/>
            <a:ext cx="3083677" cy="1647931"/>
          </a:xfrm>
          <a:prstGeom prst="roundRect">
            <a:avLst>
              <a:gd name="adj" fmla="val 5223"/>
            </a:avLst>
          </a:prstGeom>
          <a:solidFill>
            <a:srgbClr val="130C58"/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기사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ko-KR" sz="11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C184D25-4313-E5C7-A5E9-A8300DDFD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402" y="1337712"/>
            <a:ext cx="2753412" cy="1181261"/>
          </a:xfrm>
          <a:prstGeom prst="rect">
            <a:avLst/>
          </a:prstGeom>
        </p:spPr>
      </p:pic>
      <p:sp>
        <p:nvSpPr>
          <p:cNvPr id="28" name="Shape 4">
            <a:extLst>
              <a:ext uri="{FF2B5EF4-FFF2-40B4-BE49-F238E27FC236}">
                <a16:creationId xmlns:a16="http://schemas.microsoft.com/office/drawing/2014/main" id="{0E16E51D-2523-38CB-F21E-CAC5BD1CD1E6}"/>
              </a:ext>
            </a:extLst>
          </p:cNvPr>
          <p:cNvSpPr/>
          <p:nvPr/>
        </p:nvSpPr>
        <p:spPr>
          <a:xfrm>
            <a:off x="2741949" y="2739152"/>
            <a:ext cx="3083677" cy="1647931"/>
          </a:xfrm>
          <a:prstGeom prst="roundRect">
            <a:avLst>
              <a:gd name="adj" fmla="val 5223"/>
            </a:avLst>
          </a:prstGeom>
          <a:solidFill>
            <a:srgbClr val="130C58"/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궁수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ko-KR" sz="11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C535A23-C564-A0BC-0CE9-876392595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0402" y="3016832"/>
            <a:ext cx="2753412" cy="1241914"/>
          </a:xfrm>
          <a:prstGeom prst="rect">
            <a:avLst/>
          </a:prstGeom>
        </p:spPr>
      </p:pic>
      <p:sp>
        <p:nvSpPr>
          <p:cNvPr id="30" name="Shape 4">
            <a:extLst>
              <a:ext uri="{FF2B5EF4-FFF2-40B4-BE49-F238E27FC236}">
                <a16:creationId xmlns:a16="http://schemas.microsoft.com/office/drawing/2014/main" id="{315F72D1-1F01-1C60-8581-4D2BEA8E335A}"/>
              </a:ext>
            </a:extLst>
          </p:cNvPr>
          <p:cNvSpPr/>
          <p:nvPr/>
        </p:nvSpPr>
        <p:spPr>
          <a:xfrm>
            <a:off x="5897827" y="1011721"/>
            <a:ext cx="3083677" cy="1647931"/>
          </a:xfrm>
          <a:prstGeom prst="roundRect">
            <a:avLst>
              <a:gd name="adj" fmla="val 5223"/>
            </a:avLst>
          </a:prstGeom>
          <a:solidFill>
            <a:srgbClr val="130C58"/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사제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ko-KR" sz="11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10C5AA73-5E55-15C3-2264-024812A29F00}"/>
              </a:ext>
            </a:extLst>
          </p:cNvPr>
          <p:cNvSpPr/>
          <p:nvPr/>
        </p:nvSpPr>
        <p:spPr>
          <a:xfrm>
            <a:off x="5897827" y="2739152"/>
            <a:ext cx="3083677" cy="1647931"/>
          </a:xfrm>
          <a:prstGeom prst="roundRect">
            <a:avLst>
              <a:gd name="adj" fmla="val 5223"/>
            </a:avLst>
          </a:prstGeom>
          <a:solidFill>
            <a:srgbClr val="130C58"/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마법사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ko-KR" sz="11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8CF13D0D-762D-6EE6-C1BB-B05B6649C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280" y="1337712"/>
            <a:ext cx="2753412" cy="118126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BF0ACDD-FEB1-5461-D5AF-95D629E128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6280" y="3016832"/>
            <a:ext cx="2753412" cy="1241914"/>
          </a:xfrm>
          <a:prstGeom prst="rect">
            <a:avLst/>
          </a:prstGeom>
        </p:spPr>
      </p:pic>
      <p:sp>
        <p:nvSpPr>
          <p:cNvPr id="39" name="Shape 4">
            <a:extLst>
              <a:ext uri="{FF2B5EF4-FFF2-40B4-BE49-F238E27FC236}">
                <a16:creationId xmlns:a16="http://schemas.microsoft.com/office/drawing/2014/main" id="{BF815E9A-99D1-23BA-3CD1-C340650A7214}"/>
              </a:ext>
            </a:extLst>
          </p:cNvPr>
          <p:cNvSpPr/>
          <p:nvPr/>
        </p:nvSpPr>
        <p:spPr>
          <a:xfrm>
            <a:off x="359333" y="1011720"/>
            <a:ext cx="2239487" cy="1647932"/>
          </a:xfrm>
          <a:prstGeom prst="roundRect">
            <a:avLst>
              <a:gd name="adj" fmla="val 4769"/>
            </a:avLst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직업별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스킬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스킬 사용시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소비</a:t>
            </a:r>
          </a:p>
        </p:txBody>
      </p:sp>
    </p:spTree>
    <p:extLst>
      <p:ext uri="{BB962C8B-B14F-4D97-AF65-F5344CB8AC3E}">
        <p14:creationId xmlns:p14="http://schemas.microsoft.com/office/powerpoint/2010/main" val="284086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8">
          <a:extLst>
            <a:ext uri="{FF2B5EF4-FFF2-40B4-BE49-F238E27FC236}">
              <a16:creationId xmlns:a16="http://schemas.microsoft.com/office/drawing/2014/main" id="{F4EFE842-D9BC-B371-BC03-B887BA967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">
            <a:extLst>
              <a:ext uri="{FF2B5EF4-FFF2-40B4-BE49-F238E27FC236}">
                <a16:creationId xmlns:a16="http://schemas.microsoft.com/office/drawing/2014/main" id="{E10D4A1F-B74B-CFBF-83ED-35CCBC384DB6}"/>
              </a:ext>
            </a:extLst>
          </p:cNvPr>
          <p:cNvSpPr/>
          <p:nvPr/>
        </p:nvSpPr>
        <p:spPr>
          <a:xfrm>
            <a:off x="4511865" y="557155"/>
            <a:ext cx="4272802" cy="3851356"/>
          </a:xfrm>
          <a:prstGeom prst="roundRect">
            <a:avLst>
              <a:gd name="adj" fmla="val 5223"/>
            </a:avLst>
          </a:prstGeom>
          <a:solidFill>
            <a:srgbClr val="130C58"/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ko-KR" sz="11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Google Shape;1452;p28">
            <a:extLst>
              <a:ext uri="{FF2B5EF4-FFF2-40B4-BE49-F238E27FC236}">
                <a16:creationId xmlns:a16="http://schemas.microsoft.com/office/drawing/2014/main" id="{815D66B8-90FC-E689-AD18-0777566F5F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333" y="172456"/>
            <a:ext cx="3499233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핵심 기능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보스 전투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5177F98E-AD48-30B9-4948-F736ECF9AA3F}"/>
              </a:ext>
            </a:extLst>
          </p:cNvPr>
          <p:cNvSpPr/>
          <p:nvPr/>
        </p:nvSpPr>
        <p:spPr>
          <a:xfrm>
            <a:off x="359333" y="927816"/>
            <a:ext cx="3747446" cy="1555017"/>
          </a:xfrm>
          <a:prstGeom prst="roundRect">
            <a:avLst>
              <a:gd name="adj" fmla="val 2802"/>
            </a:avLst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7X7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타일 차지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역린 약점 시스템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 피해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 스킬 랜덤 사용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ko-KR" altLang="en-US" sz="1100" dirty="0">
                <a:solidFill>
                  <a:schemeClr val="tx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스킬 </a:t>
            </a:r>
            <a:r>
              <a:rPr lang="en-US" altLang="ko-KR" sz="1100" dirty="0">
                <a:solidFill>
                  <a:schemeClr val="tx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>
                <a:solidFill>
                  <a:schemeClr val="tx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메테오</a:t>
            </a:r>
            <a:r>
              <a:rPr lang="en-US" altLang="ko-KR" sz="1050" dirty="0">
                <a:solidFill>
                  <a:schemeClr val="tx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tx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드래곤의 공포</a:t>
            </a:r>
            <a:r>
              <a:rPr lang="en-US" altLang="ko-KR" sz="1050" dirty="0">
                <a:solidFill>
                  <a:schemeClr val="tx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tx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지진</a:t>
            </a:r>
            <a:r>
              <a:rPr lang="en-US" altLang="ko-KR" sz="1050" dirty="0">
                <a:solidFill>
                  <a:schemeClr val="tx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tx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날갯짓</a:t>
            </a:r>
            <a:r>
              <a:rPr lang="en-US" altLang="ko-KR" sz="1050" dirty="0">
                <a:solidFill>
                  <a:schemeClr val="tx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tx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드래곤 브레스</a:t>
            </a:r>
            <a:endParaRPr lang="en-US" altLang="ko-KR" sz="1050" dirty="0">
              <a:solidFill>
                <a:schemeClr val="tx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BE2A81-AA01-A589-4FD6-ACEBF8634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616" y="795151"/>
            <a:ext cx="3645298" cy="337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05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8">
          <a:extLst>
            <a:ext uri="{FF2B5EF4-FFF2-40B4-BE49-F238E27FC236}">
              <a16:creationId xmlns:a16="http://schemas.microsoft.com/office/drawing/2014/main" id="{EAB435CE-942B-E50C-BBD2-59C3A6ECD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2;p28">
            <a:extLst>
              <a:ext uri="{FF2B5EF4-FFF2-40B4-BE49-F238E27FC236}">
                <a16:creationId xmlns:a16="http://schemas.microsoft.com/office/drawing/2014/main" id="{ADECD669-1371-6841-EECF-8C5328A3E6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333" y="172456"/>
            <a:ext cx="3499233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핵심 기능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456DE657-223C-829A-EC8D-F0F53A2D6680}"/>
              </a:ext>
            </a:extLst>
          </p:cNvPr>
          <p:cNvSpPr/>
          <p:nvPr/>
        </p:nvSpPr>
        <p:spPr>
          <a:xfrm>
            <a:off x="359332" y="777091"/>
            <a:ext cx="3499233" cy="1308384"/>
          </a:xfrm>
          <a:prstGeom prst="roundRect">
            <a:avLst>
              <a:gd name="adj" fmla="val 2802"/>
            </a:avLst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최단경로 이동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몬스터 별 고유 패시브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AC20483-F6C7-A055-14DD-9A6081BE0A7C}"/>
              </a:ext>
            </a:extLst>
          </p:cNvPr>
          <p:cNvSpPr/>
          <p:nvPr/>
        </p:nvSpPr>
        <p:spPr>
          <a:xfrm>
            <a:off x="4483768" y="331191"/>
            <a:ext cx="4219493" cy="4481118"/>
          </a:xfrm>
          <a:prstGeom prst="roundRect">
            <a:avLst>
              <a:gd name="adj" fmla="val 4312"/>
            </a:avLst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적군 유닛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68B730B8-0AAC-D55D-BEEF-4FB3AC024E96}"/>
              </a:ext>
            </a:extLst>
          </p:cNvPr>
          <p:cNvSpPr/>
          <p:nvPr/>
        </p:nvSpPr>
        <p:spPr>
          <a:xfrm>
            <a:off x="4563980" y="947555"/>
            <a:ext cx="4075112" cy="1509787"/>
          </a:xfrm>
          <a:prstGeom prst="roundRect">
            <a:avLst>
              <a:gd name="adj" fmla="val 5223"/>
            </a:avLst>
          </a:prstGeom>
          <a:solidFill>
            <a:srgbClr val="130C58"/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일반 몬스터</a:t>
            </a:r>
            <a:endParaRPr lang="en-US" altLang="ko-KR" sz="12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ko-KR" sz="12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37520-63B2-EECB-B151-75A9995B319B}"/>
              </a:ext>
            </a:extLst>
          </p:cNvPr>
          <p:cNvSpPr txBox="1"/>
          <p:nvPr/>
        </p:nvSpPr>
        <p:spPr>
          <a:xfrm>
            <a:off x="4705902" y="1252278"/>
            <a:ext cx="3858566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Aft>
                <a:spcPts val="300"/>
              </a:spcAft>
            </a:pPr>
            <a:r>
              <a:rPr lang="ko-KR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슬라임</a:t>
            </a:r>
            <a:r>
              <a:rPr lang="en-US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(S)</a:t>
            </a:r>
            <a:r>
              <a:rPr lang="ko-KR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1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처치 직전 분열하여 옆</a:t>
            </a:r>
            <a:r>
              <a:rPr lang="en-US" altLang="ko-KR" sz="11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1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칸에 슬라임 소환</a:t>
            </a:r>
          </a:p>
          <a:p>
            <a:pPr rtl="0" fontAlgn="base">
              <a:spcAft>
                <a:spcPts val="300"/>
              </a:spcAft>
            </a:pPr>
            <a:r>
              <a:rPr lang="ko-KR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고블린</a:t>
            </a:r>
            <a:r>
              <a:rPr lang="en-US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(G)</a:t>
            </a:r>
            <a:r>
              <a:rPr lang="ko-KR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1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사제</a:t>
            </a:r>
            <a:r>
              <a:rPr lang="ko-KR" altLang="en-US" sz="11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ko-KR" altLang="ko-KR" sz="11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마법사를 우선 타겟으로 선정</a:t>
            </a:r>
          </a:p>
          <a:p>
            <a:pPr rtl="0" fontAlgn="base">
              <a:spcAft>
                <a:spcPts val="300"/>
              </a:spcAft>
            </a:pPr>
            <a:r>
              <a:rPr lang="ko-KR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오크</a:t>
            </a:r>
            <a:r>
              <a:rPr lang="en-US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(O)</a:t>
            </a:r>
            <a:r>
              <a:rPr lang="ko-KR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1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타워 인접 시 아군 무시하고 타워 직접 공격</a:t>
            </a:r>
          </a:p>
          <a:p>
            <a:pPr rtl="0" fontAlgn="base">
              <a:spcAft>
                <a:spcPts val="300"/>
              </a:spcAft>
            </a:pPr>
            <a:r>
              <a:rPr lang="ko-KR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언데드</a:t>
            </a:r>
            <a:r>
              <a:rPr lang="en-US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(U)</a:t>
            </a:r>
            <a:r>
              <a:rPr lang="ko-KR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1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35% 확률로 크리티컬 2배 피해</a:t>
            </a:r>
          </a:p>
          <a:p>
            <a:pPr>
              <a:spcAft>
                <a:spcPts val="300"/>
              </a:spcAft>
              <a:buNone/>
            </a:pPr>
            <a:r>
              <a:rPr lang="ko-KR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악마</a:t>
            </a:r>
            <a:r>
              <a:rPr lang="en-US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r>
              <a:rPr lang="ko-KR" altLang="ko-KR" sz="1100" b="1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1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홀수 턴마다 인접 아군 매혹 (행동 불가)</a:t>
            </a:r>
            <a:endParaRPr lang="ko-KR" altLang="en-US" sz="1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2B8B0BD-4ECA-4C83-9E55-00BF94CEAE0A}"/>
              </a:ext>
            </a:extLst>
          </p:cNvPr>
          <p:cNvSpPr/>
          <p:nvPr/>
        </p:nvSpPr>
        <p:spPr>
          <a:xfrm>
            <a:off x="4563980" y="2557949"/>
            <a:ext cx="4075112" cy="2062177"/>
          </a:xfrm>
          <a:prstGeom prst="roundRect">
            <a:avLst>
              <a:gd name="adj" fmla="val 5223"/>
            </a:avLst>
          </a:prstGeom>
          <a:solidFill>
            <a:srgbClr val="130C58"/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엘리트 몬스터</a:t>
            </a:r>
            <a:endParaRPr lang="en-US" altLang="ko-KR" sz="12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ko-KR" sz="12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45EB0562-0A69-D0A6-109F-E4E273A3A8B8}"/>
              </a:ext>
            </a:extLst>
          </p:cNvPr>
          <p:cNvSpPr/>
          <p:nvPr/>
        </p:nvSpPr>
        <p:spPr>
          <a:xfrm>
            <a:off x="232212" y="2326106"/>
            <a:ext cx="4043029" cy="2486204"/>
          </a:xfrm>
          <a:prstGeom prst="roundRect">
            <a:avLst>
              <a:gd name="adj" fmla="val 5223"/>
            </a:avLst>
          </a:prstGeom>
          <a:solidFill>
            <a:srgbClr val="130C58"/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매혹 상태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1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ko-KR" sz="11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370D47-9CE9-3E58-1E3D-C02EFBC10CB4}"/>
              </a:ext>
            </a:extLst>
          </p:cNvPr>
          <p:cNvSpPr txBox="1"/>
          <p:nvPr/>
        </p:nvSpPr>
        <p:spPr>
          <a:xfrm>
            <a:off x="4705902" y="2844933"/>
            <a:ext cx="3724663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050" b="0" i="0" u="none" strike="noStrike" dirty="0">
                <a:solidFill>
                  <a:schemeClr val="tx1"/>
                </a:solidFill>
                <a:effectLst/>
                <a:latin typeface="Merriweather" panose="00000500000000000000" pitchFamily="2" charset="0"/>
              </a:rPr>
              <a:t>◼ </a:t>
            </a:r>
            <a:r>
              <a:rPr lang="ko-KR" altLang="ko-KR" sz="1050" b="1" i="0" u="none" strike="noStrike" dirty="0">
                <a:solidFill>
                  <a:schemeClr val="tx1"/>
                </a:solidFill>
                <a:effectLst/>
                <a:latin typeface="Gulim" panose="020B0600000101010101" pitchFamily="50" charset="-127"/>
                <a:ea typeface="Gulim" panose="020B0600000101010101" pitchFamily="50" charset="-127"/>
              </a:rPr>
              <a:t>리치왕</a:t>
            </a:r>
            <a:endParaRPr lang="ko-KR" altLang="ko-KR" sz="1050" b="0" dirty="0">
              <a:solidFill>
                <a:schemeClr val="tx1"/>
              </a:solidFill>
              <a:effectLst/>
            </a:endParaRPr>
          </a:p>
          <a:p>
            <a:pPr marL="228600" indent="-228600" rtl="0" fontAlgn="base"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ko-KR" sz="1050" b="0" i="0" u="none" strike="noStrike" dirty="0">
                <a:solidFill>
                  <a:schemeClr val="tx1"/>
                </a:solidFill>
                <a:effectLst/>
                <a:latin typeface="Merriweather" panose="00000500000000000000" pitchFamily="2" charset="0"/>
              </a:rPr>
              <a:t>2턴 마다 인접한 빈칸에 언데드 소환</a:t>
            </a:r>
          </a:p>
          <a:p>
            <a:pPr marL="228600" indent="-228600" rtl="0" fontAlgn="base"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ko-KR" sz="1050" b="0" i="0" u="none" strike="noStrike" dirty="0">
                <a:solidFill>
                  <a:schemeClr val="tx1"/>
                </a:solidFill>
                <a:effectLst/>
                <a:latin typeface="Merriweather" panose="00000500000000000000" pitchFamily="2" charset="0"/>
              </a:rPr>
              <a:t>3턴 마다 맵 전체 아군에게 저주 3 피해</a:t>
            </a:r>
          </a:p>
          <a:p>
            <a:pPr marL="228600" indent="-228600" rtl="0" fontAlgn="base"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ko-KR" sz="1050" b="0" i="0" u="none" strike="noStrike" dirty="0">
                <a:solidFill>
                  <a:schemeClr val="tx1"/>
                </a:solidFill>
                <a:effectLst/>
                <a:latin typeface="Merriweather" panose="00000500000000000000" pitchFamily="2" charset="0"/>
              </a:rPr>
              <a:t>정화 스킬 즉사 면역</a:t>
            </a:r>
          </a:p>
          <a:p>
            <a:pPr rtl="0">
              <a:spcBef>
                <a:spcPts val="300"/>
              </a:spcBef>
              <a:buNone/>
            </a:pPr>
            <a:r>
              <a:rPr lang="ko-KR" altLang="ko-KR" sz="1050" b="0" i="0" u="none" strike="noStrike" dirty="0">
                <a:solidFill>
                  <a:schemeClr val="tx1"/>
                </a:solidFill>
                <a:effectLst/>
                <a:latin typeface="Merriweather" panose="00000500000000000000" pitchFamily="2" charset="0"/>
              </a:rPr>
              <a:t>◼ </a:t>
            </a:r>
            <a:r>
              <a:rPr lang="ko-KR" altLang="ko-KR" sz="1050" b="1" i="0" u="none" strike="noStrike" dirty="0">
                <a:solidFill>
                  <a:schemeClr val="tx1"/>
                </a:solidFill>
                <a:effectLst/>
                <a:latin typeface="Gulim" panose="020B0600000101010101" pitchFamily="50" charset="-127"/>
                <a:ea typeface="Gulim" panose="020B0600000101010101" pitchFamily="50" charset="-127"/>
              </a:rPr>
              <a:t>악마왕</a:t>
            </a:r>
            <a:endParaRPr lang="ko-KR" altLang="ko-KR" sz="1050" b="0" dirty="0">
              <a:solidFill>
                <a:schemeClr val="tx1"/>
              </a:solidFill>
              <a:effectLst/>
            </a:endParaRPr>
          </a:p>
          <a:p>
            <a:pPr rtl="0" fontAlgn="base"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ko-KR" sz="1050" b="0" i="0" u="none" strike="noStrike" dirty="0">
                <a:solidFill>
                  <a:schemeClr val="tx1"/>
                </a:solidFill>
                <a:effectLst/>
                <a:latin typeface="Merriweather" panose="00000500000000000000" pitchFamily="2" charset="0"/>
              </a:rPr>
              <a:t>스킬 피해를 절반만 수령</a:t>
            </a:r>
            <a:endParaRPr lang="en-US" altLang="ko-KR" sz="1050" dirty="0">
              <a:solidFill>
                <a:schemeClr val="tx1"/>
              </a:solidFill>
              <a:latin typeface="Merriweather" panose="00000500000000000000" pitchFamily="2" charset="0"/>
            </a:endParaRPr>
          </a:p>
          <a:p>
            <a:pPr rtl="0" fontAlgn="base"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ko-KR" sz="1050" b="0" i="0" u="none" strike="noStrike" dirty="0">
                <a:solidFill>
                  <a:schemeClr val="tx1"/>
                </a:solidFill>
                <a:effectLst/>
                <a:latin typeface="Merriweather" panose="00000500000000000000" pitchFamily="2" charset="0"/>
              </a:rPr>
              <a:t>4턴마다 랜덤 위치로 순간이동</a:t>
            </a:r>
          </a:p>
          <a:p>
            <a:pPr rtl="0" fontAlgn="base"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ko-KR" sz="1050" b="0" i="0" u="none" strike="noStrike" dirty="0">
                <a:solidFill>
                  <a:schemeClr val="tx1"/>
                </a:solidFill>
                <a:effectLst/>
                <a:latin typeface="Merriweather" panose="00000500000000000000" pitchFamily="2" charset="0"/>
              </a:rPr>
              <a:t>매 턴 인접 아군 유닛 매혹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16BAAA4-92A2-8F97-69C8-A37387D5C5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913"/>
          <a:stretch>
            <a:fillRect/>
          </a:stretch>
        </p:blipFill>
        <p:spPr>
          <a:xfrm>
            <a:off x="410595" y="2677026"/>
            <a:ext cx="3690375" cy="191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05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8">
          <a:extLst>
            <a:ext uri="{FF2B5EF4-FFF2-40B4-BE49-F238E27FC236}">
              <a16:creationId xmlns:a16="http://schemas.microsoft.com/office/drawing/2014/main" id="{4CFFB7BD-DA2A-7E66-8535-561424619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2;p28">
            <a:extLst>
              <a:ext uri="{FF2B5EF4-FFF2-40B4-BE49-F238E27FC236}">
                <a16:creationId xmlns:a16="http://schemas.microsoft.com/office/drawing/2014/main" id="{5EA79989-09C6-F344-98F1-FD2A10C230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333" y="172456"/>
            <a:ext cx="4052245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핵심 기능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맵 및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웨이브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8C31A62-74CF-FD5A-CF77-D2D4303FA695}"/>
              </a:ext>
            </a:extLst>
          </p:cNvPr>
          <p:cNvSpPr/>
          <p:nvPr/>
        </p:nvSpPr>
        <p:spPr>
          <a:xfrm>
            <a:off x="4572000" y="271305"/>
            <a:ext cx="4212666" cy="4619352"/>
          </a:xfrm>
          <a:prstGeom prst="roundRect">
            <a:avLst>
              <a:gd name="adj" fmla="val 4312"/>
            </a:avLst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A5E0B07-B7BF-4375-CBF7-F7195BEAEEB2}"/>
              </a:ext>
            </a:extLst>
          </p:cNvPr>
          <p:cNvSpPr/>
          <p:nvPr/>
        </p:nvSpPr>
        <p:spPr>
          <a:xfrm>
            <a:off x="359334" y="1073180"/>
            <a:ext cx="3629862" cy="1161598"/>
          </a:xfrm>
          <a:prstGeom prst="roundRect">
            <a:avLst>
              <a:gd name="adj" fmla="val 2802"/>
            </a:avLst>
          </a:prstGeom>
          <a:solidFill>
            <a:schemeClr val="accent5">
              <a:lumMod val="10000"/>
            </a:schemeClr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웨이브마다 랜덤 지형 생성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BFS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경로 항상 보장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불러오기에 지형 포함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4573307-9B47-A60B-F730-B4D995767B98}"/>
              </a:ext>
            </a:extLst>
          </p:cNvPr>
          <p:cNvSpPr/>
          <p:nvPr/>
        </p:nvSpPr>
        <p:spPr>
          <a:xfrm>
            <a:off x="4757968" y="741510"/>
            <a:ext cx="3840730" cy="908428"/>
          </a:xfrm>
          <a:prstGeom prst="roundRect">
            <a:avLst>
              <a:gd name="adj" fmla="val 5223"/>
            </a:avLst>
          </a:prstGeom>
          <a:solidFill>
            <a:srgbClr val="130C58"/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Wave 1</a:t>
            </a:r>
            <a:endParaRPr lang="en-US" altLang="ko-K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b="1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ko-KR" sz="14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7DCD32A-8628-CF9A-46E1-36BAC737EDCB}"/>
              </a:ext>
            </a:extLst>
          </p:cNvPr>
          <p:cNvSpPr/>
          <p:nvPr/>
        </p:nvSpPr>
        <p:spPr>
          <a:xfrm>
            <a:off x="4757968" y="1780564"/>
            <a:ext cx="3840730" cy="908428"/>
          </a:xfrm>
          <a:prstGeom prst="roundRect">
            <a:avLst>
              <a:gd name="adj" fmla="val 5223"/>
            </a:avLst>
          </a:prstGeom>
          <a:solidFill>
            <a:srgbClr val="130C58"/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Wave 2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C60D8E73-C414-EE23-C53F-C71F474D37AF}"/>
              </a:ext>
            </a:extLst>
          </p:cNvPr>
          <p:cNvSpPr/>
          <p:nvPr/>
        </p:nvSpPr>
        <p:spPr>
          <a:xfrm>
            <a:off x="4757968" y="2819618"/>
            <a:ext cx="3840730" cy="908428"/>
          </a:xfrm>
          <a:prstGeom prst="roundRect">
            <a:avLst>
              <a:gd name="adj" fmla="val 5223"/>
            </a:avLst>
          </a:prstGeom>
          <a:solidFill>
            <a:srgbClr val="130C58"/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Wave 3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EBBDEBBB-AF1D-9161-4723-1CA1A1108551}"/>
              </a:ext>
            </a:extLst>
          </p:cNvPr>
          <p:cNvSpPr/>
          <p:nvPr/>
        </p:nvSpPr>
        <p:spPr>
          <a:xfrm>
            <a:off x="4757968" y="3855137"/>
            <a:ext cx="3840730" cy="908428"/>
          </a:xfrm>
          <a:prstGeom prst="roundRect">
            <a:avLst>
              <a:gd name="adj" fmla="val 5223"/>
            </a:avLst>
          </a:prstGeom>
          <a:solidFill>
            <a:srgbClr val="130C58"/>
          </a:solidFill>
          <a:ln w="28575">
            <a:solidFill>
              <a:schemeClr val="accent3">
                <a:lumMod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Wave 4</a:t>
            </a:r>
            <a:endParaRPr lang="ko-KR" altLang="en-US" sz="1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843C8ED-8202-60E8-2513-22C890BCA846}"/>
              </a:ext>
            </a:extLst>
          </p:cNvPr>
          <p:cNvSpPr/>
          <p:nvPr/>
        </p:nvSpPr>
        <p:spPr>
          <a:xfrm>
            <a:off x="4908693" y="1134126"/>
            <a:ext cx="35319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등장 몬스터 </a:t>
            </a:r>
            <a:r>
              <a:rPr lang="en-US" altLang="ko-KR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: </a:t>
            </a: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고블린</a:t>
            </a:r>
            <a:r>
              <a:rPr lang="en-US" altLang="ko-KR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, </a:t>
            </a: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슬라임</a:t>
            </a:r>
            <a:r>
              <a:rPr lang="en-US" altLang="ko-KR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, </a:t>
            </a: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오크</a:t>
            </a:r>
            <a:endParaRPr lang="en-US" sz="1200" b="1" dirty="0">
              <a:solidFill>
                <a:schemeClr val="bg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9244FC25-9454-716A-04C7-A8E13CB4CDCE}"/>
              </a:ext>
            </a:extLst>
          </p:cNvPr>
          <p:cNvSpPr/>
          <p:nvPr/>
        </p:nvSpPr>
        <p:spPr>
          <a:xfrm>
            <a:off x="4908694" y="2142241"/>
            <a:ext cx="35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등장 몬스터 </a:t>
            </a:r>
            <a:r>
              <a:rPr lang="en-US" altLang="ko-KR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: </a:t>
            </a: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리치왕</a:t>
            </a:r>
            <a:r>
              <a:rPr lang="en-US" altLang="ko-KR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, </a:t>
            </a: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언데드</a:t>
            </a:r>
            <a:endParaRPr lang="en-US" altLang="ko-KR" sz="1200" b="1" dirty="0">
              <a:solidFill>
                <a:schemeClr val="bg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- </a:t>
            </a: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소환 </a:t>
            </a:r>
            <a:r>
              <a:rPr lang="en-US" altLang="ko-KR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/ </a:t>
            </a: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저주 패턴</a:t>
            </a:r>
            <a:endParaRPr lang="en-US" sz="1200" b="1" dirty="0">
              <a:solidFill>
                <a:schemeClr val="bg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0AE8551C-1975-3A19-FA84-58FA89E3E183}"/>
              </a:ext>
            </a:extLst>
          </p:cNvPr>
          <p:cNvSpPr/>
          <p:nvPr/>
        </p:nvSpPr>
        <p:spPr>
          <a:xfrm>
            <a:off x="4908694" y="3174372"/>
            <a:ext cx="35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등장 몬스터 </a:t>
            </a:r>
            <a:r>
              <a:rPr lang="en-US" altLang="ko-KR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: </a:t>
            </a: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악마왕</a:t>
            </a:r>
            <a:r>
              <a:rPr lang="en-US" altLang="ko-KR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, </a:t>
            </a: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악마</a:t>
            </a:r>
            <a:endParaRPr lang="en-US" altLang="ko-KR" sz="1200" b="1" dirty="0">
              <a:solidFill>
                <a:schemeClr val="bg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- </a:t>
            </a: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매혹 </a:t>
            </a:r>
            <a:r>
              <a:rPr lang="en-US" altLang="ko-KR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/ </a:t>
            </a: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순간이동 패턴</a:t>
            </a:r>
            <a:endParaRPr lang="en-US" sz="1200" b="1" dirty="0">
              <a:solidFill>
                <a:schemeClr val="bg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66A37231-299A-A82E-010F-69893976935D}"/>
              </a:ext>
            </a:extLst>
          </p:cNvPr>
          <p:cNvSpPr/>
          <p:nvPr/>
        </p:nvSpPr>
        <p:spPr>
          <a:xfrm>
            <a:off x="4908692" y="4196250"/>
            <a:ext cx="2456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보스전 </a:t>
            </a:r>
            <a:r>
              <a:rPr lang="en-US" altLang="ko-KR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- </a:t>
            </a:r>
            <a:r>
              <a:rPr lang="ko-KR" altLang="en-US" sz="12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드래곤</a:t>
            </a:r>
            <a:endParaRPr lang="en-US" sz="1200" b="1" dirty="0">
              <a:solidFill>
                <a:schemeClr val="bg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566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52;p28">
            <a:extLst>
              <a:ext uri="{FF2B5EF4-FFF2-40B4-BE49-F238E27FC236}">
                <a16:creationId xmlns:a16="http://schemas.microsoft.com/office/drawing/2014/main" id="{666156BD-D8CE-F407-600E-138BF9715E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1338" y="114300"/>
            <a:ext cx="1248892" cy="1089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ko-KR" sz="5400" b="1" dirty="0">
                <a:solidFill>
                  <a:schemeClr val="tx1"/>
                </a:solidFill>
                <a:latin typeface="+mn-ea"/>
                <a:ea typeface="+mn-ea"/>
              </a:rPr>
              <a:t>4.</a:t>
            </a:r>
            <a:br>
              <a:rPr lang="ko-KR" altLang="en-US" sz="5400" b="1" dirty="0">
                <a:solidFill>
                  <a:schemeClr val="tx1"/>
                </a:solidFill>
              </a:rPr>
            </a:br>
            <a:endParaRPr sz="5400" dirty="0"/>
          </a:p>
        </p:txBody>
      </p:sp>
      <p:sp>
        <p:nvSpPr>
          <p:cNvPr id="2" name="Google Shape;1452;p28">
            <a:extLst>
              <a:ext uri="{FF2B5EF4-FFF2-40B4-BE49-F238E27FC236}">
                <a16:creationId xmlns:a16="http://schemas.microsoft.com/office/drawing/2014/main" id="{B0085293-F3FF-EA55-E71F-CD1EDD70A20F}"/>
              </a:ext>
            </a:extLst>
          </p:cNvPr>
          <p:cNvSpPr txBox="1">
            <a:spLocks/>
          </p:cNvSpPr>
          <p:nvPr/>
        </p:nvSpPr>
        <p:spPr>
          <a:xfrm>
            <a:off x="2099310" y="1864005"/>
            <a:ext cx="4945380" cy="1415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3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ko-KR" alt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시연</a:t>
            </a:r>
            <a:endParaRPr lang="ko-KR" alt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2;p28">
            <a:extLst>
              <a:ext uri="{FF2B5EF4-FFF2-40B4-BE49-F238E27FC236}">
                <a16:creationId xmlns:a16="http://schemas.microsoft.com/office/drawing/2014/main" id="{1A2A540E-C78E-CC4E-B311-2335228093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275301" y="75176"/>
            <a:ext cx="7717500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ko-KR" b="1" dirty="0">
                <a:solidFill>
                  <a:schemeClr val="tx1"/>
                </a:solidFill>
                <a:latin typeface="+mn-ea"/>
                <a:ea typeface="+mn-ea"/>
              </a:rPr>
              <a:t>5.</a:t>
            </a: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</a:rPr>
              <a:t>성과 및 결론</a:t>
            </a:r>
            <a:br>
              <a:rPr lang="ko-KR" altLang="en-US" b="1" dirty="0">
                <a:solidFill>
                  <a:schemeClr val="tx1"/>
                </a:solidFill>
              </a:rPr>
            </a:br>
            <a:endParaRPr dirty="0"/>
          </a:p>
        </p:txBody>
      </p:sp>
      <p:grpSp>
        <p:nvGrpSpPr>
          <p:cNvPr id="9" name="Google Shape;10442;p55">
            <a:extLst>
              <a:ext uri="{FF2B5EF4-FFF2-40B4-BE49-F238E27FC236}">
                <a16:creationId xmlns:a16="http://schemas.microsoft.com/office/drawing/2014/main" id="{F393003B-04C6-78C7-A3AD-623D55EC106C}"/>
              </a:ext>
            </a:extLst>
          </p:cNvPr>
          <p:cNvGrpSpPr/>
          <p:nvPr/>
        </p:nvGrpSpPr>
        <p:grpSpPr>
          <a:xfrm>
            <a:off x="531530" y="750368"/>
            <a:ext cx="273829" cy="219798"/>
            <a:chOff x="-45674075" y="3586425"/>
            <a:chExt cx="300900" cy="265450"/>
          </a:xfrm>
        </p:grpSpPr>
        <p:sp>
          <p:nvSpPr>
            <p:cNvPr id="10" name="Google Shape;10443;p55">
              <a:extLst>
                <a:ext uri="{FF2B5EF4-FFF2-40B4-BE49-F238E27FC236}">
                  <a16:creationId xmlns:a16="http://schemas.microsoft.com/office/drawing/2014/main" id="{6DAFB32E-041A-A329-4876-1CF2569B7EB4}"/>
                </a:ext>
              </a:extLst>
            </p:cNvPr>
            <p:cNvSpPr/>
            <p:nvPr/>
          </p:nvSpPr>
          <p:spPr>
            <a:xfrm>
              <a:off x="-45674075" y="3586425"/>
              <a:ext cx="300125" cy="70925"/>
            </a:xfrm>
            <a:custGeom>
              <a:avLst/>
              <a:gdLst/>
              <a:ahLst/>
              <a:cxnLst/>
              <a:rect l="l" t="t" r="r" b="b"/>
              <a:pathLst>
                <a:path w="12005" h="2837" extrusionOk="0">
                  <a:moveTo>
                    <a:pt x="6018" y="1418"/>
                  </a:moveTo>
                  <a:cubicBezTo>
                    <a:pt x="6207" y="1418"/>
                    <a:pt x="6365" y="1576"/>
                    <a:pt x="6365" y="1765"/>
                  </a:cubicBezTo>
                  <a:cubicBezTo>
                    <a:pt x="6365" y="1986"/>
                    <a:pt x="6207" y="2143"/>
                    <a:pt x="6018" y="2143"/>
                  </a:cubicBezTo>
                  <a:lnTo>
                    <a:pt x="5294" y="2143"/>
                  </a:lnTo>
                  <a:cubicBezTo>
                    <a:pt x="5105" y="2143"/>
                    <a:pt x="4947" y="1986"/>
                    <a:pt x="4947" y="1765"/>
                  </a:cubicBezTo>
                  <a:cubicBezTo>
                    <a:pt x="4947" y="1576"/>
                    <a:pt x="5105" y="1418"/>
                    <a:pt x="5294" y="1418"/>
                  </a:cubicBezTo>
                  <a:close/>
                  <a:moveTo>
                    <a:pt x="8129" y="1418"/>
                  </a:moveTo>
                  <a:cubicBezTo>
                    <a:pt x="8318" y="1418"/>
                    <a:pt x="8476" y="1576"/>
                    <a:pt x="8476" y="1765"/>
                  </a:cubicBezTo>
                  <a:cubicBezTo>
                    <a:pt x="8476" y="1986"/>
                    <a:pt x="8318" y="2143"/>
                    <a:pt x="8129" y="2143"/>
                  </a:cubicBezTo>
                  <a:lnTo>
                    <a:pt x="7436" y="2143"/>
                  </a:lnTo>
                  <a:cubicBezTo>
                    <a:pt x="7215" y="2143"/>
                    <a:pt x="7089" y="1986"/>
                    <a:pt x="7089" y="1765"/>
                  </a:cubicBezTo>
                  <a:cubicBezTo>
                    <a:pt x="7089" y="1576"/>
                    <a:pt x="7215" y="1418"/>
                    <a:pt x="7436" y="1418"/>
                  </a:cubicBezTo>
                  <a:close/>
                  <a:moveTo>
                    <a:pt x="10240" y="1418"/>
                  </a:moveTo>
                  <a:cubicBezTo>
                    <a:pt x="10429" y="1418"/>
                    <a:pt x="10587" y="1576"/>
                    <a:pt x="10587" y="1765"/>
                  </a:cubicBezTo>
                  <a:cubicBezTo>
                    <a:pt x="10587" y="1986"/>
                    <a:pt x="10429" y="2143"/>
                    <a:pt x="10240" y="2143"/>
                  </a:cubicBezTo>
                  <a:lnTo>
                    <a:pt x="9515" y="2143"/>
                  </a:lnTo>
                  <a:cubicBezTo>
                    <a:pt x="9326" y="2143"/>
                    <a:pt x="9169" y="1986"/>
                    <a:pt x="9169" y="1765"/>
                  </a:cubicBezTo>
                  <a:cubicBezTo>
                    <a:pt x="9169" y="1576"/>
                    <a:pt x="9326" y="1418"/>
                    <a:pt x="9515" y="1418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73"/>
                    <a:pt x="1" y="1072"/>
                  </a:cubicBezTo>
                  <a:lnTo>
                    <a:pt x="1" y="2836"/>
                  </a:lnTo>
                  <a:lnTo>
                    <a:pt x="12004" y="2836"/>
                  </a:lnTo>
                  <a:lnTo>
                    <a:pt x="12004" y="1072"/>
                  </a:lnTo>
                  <a:cubicBezTo>
                    <a:pt x="12004" y="473"/>
                    <a:pt x="11532" y="1"/>
                    <a:pt x="109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0444;p55">
              <a:extLst>
                <a:ext uri="{FF2B5EF4-FFF2-40B4-BE49-F238E27FC236}">
                  <a16:creationId xmlns:a16="http://schemas.microsoft.com/office/drawing/2014/main" id="{B7E3ACAC-6B57-7E73-BA1C-D287B3F24E9A}"/>
                </a:ext>
              </a:extLst>
            </p:cNvPr>
            <p:cNvSpPr/>
            <p:nvPr/>
          </p:nvSpPr>
          <p:spPr>
            <a:xfrm>
              <a:off x="-45673275" y="3675425"/>
              <a:ext cx="300100" cy="176450"/>
            </a:xfrm>
            <a:custGeom>
              <a:avLst/>
              <a:gdLst/>
              <a:ahLst/>
              <a:cxnLst/>
              <a:rect l="l" t="t" r="r" b="b"/>
              <a:pathLst>
                <a:path w="12004" h="7058" extrusionOk="0">
                  <a:moveTo>
                    <a:pt x="3852" y="1387"/>
                  </a:moveTo>
                  <a:cubicBezTo>
                    <a:pt x="3946" y="1387"/>
                    <a:pt x="4049" y="1418"/>
                    <a:pt x="4128" y="1481"/>
                  </a:cubicBezTo>
                  <a:cubicBezTo>
                    <a:pt x="4254" y="1607"/>
                    <a:pt x="4254" y="1828"/>
                    <a:pt x="4128" y="2017"/>
                  </a:cubicBezTo>
                  <a:lnTo>
                    <a:pt x="2993" y="3151"/>
                  </a:lnTo>
                  <a:lnTo>
                    <a:pt x="4128" y="4317"/>
                  </a:lnTo>
                  <a:cubicBezTo>
                    <a:pt x="4254" y="4443"/>
                    <a:pt x="4254" y="4695"/>
                    <a:pt x="4128" y="4852"/>
                  </a:cubicBezTo>
                  <a:cubicBezTo>
                    <a:pt x="4064" y="4900"/>
                    <a:pt x="3978" y="4923"/>
                    <a:pt x="3887" y="4923"/>
                  </a:cubicBezTo>
                  <a:cubicBezTo>
                    <a:pt x="3797" y="4923"/>
                    <a:pt x="3702" y="4900"/>
                    <a:pt x="3623" y="4852"/>
                  </a:cubicBezTo>
                  <a:lnTo>
                    <a:pt x="2206" y="3435"/>
                  </a:lnTo>
                  <a:cubicBezTo>
                    <a:pt x="2080" y="3309"/>
                    <a:pt x="2080" y="3057"/>
                    <a:pt x="2206" y="2899"/>
                  </a:cubicBezTo>
                  <a:lnTo>
                    <a:pt x="3623" y="1481"/>
                  </a:lnTo>
                  <a:cubicBezTo>
                    <a:pt x="3671" y="1418"/>
                    <a:pt x="3757" y="1387"/>
                    <a:pt x="3852" y="1387"/>
                  </a:cubicBezTo>
                  <a:close/>
                  <a:moveTo>
                    <a:pt x="8070" y="1450"/>
                  </a:moveTo>
                  <a:cubicBezTo>
                    <a:pt x="8168" y="1450"/>
                    <a:pt x="8270" y="1481"/>
                    <a:pt x="8349" y="1544"/>
                  </a:cubicBezTo>
                  <a:lnTo>
                    <a:pt x="9767" y="2962"/>
                  </a:lnTo>
                  <a:cubicBezTo>
                    <a:pt x="9861" y="3025"/>
                    <a:pt x="9861" y="3246"/>
                    <a:pt x="9767" y="3435"/>
                  </a:cubicBezTo>
                  <a:lnTo>
                    <a:pt x="8349" y="4852"/>
                  </a:lnTo>
                  <a:cubicBezTo>
                    <a:pt x="8286" y="4900"/>
                    <a:pt x="8192" y="4923"/>
                    <a:pt x="8093" y="4923"/>
                  </a:cubicBezTo>
                  <a:cubicBezTo>
                    <a:pt x="7995" y="4923"/>
                    <a:pt x="7892" y="4900"/>
                    <a:pt x="7814" y="4852"/>
                  </a:cubicBezTo>
                  <a:cubicBezTo>
                    <a:pt x="7719" y="4726"/>
                    <a:pt x="7719" y="4474"/>
                    <a:pt x="7814" y="4317"/>
                  </a:cubicBezTo>
                  <a:lnTo>
                    <a:pt x="8979" y="3183"/>
                  </a:lnTo>
                  <a:lnTo>
                    <a:pt x="7814" y="2049"/>
                  </a:lnTo>
                  <a:cubicBezTo>
                    <a:pt x="7719" y="1923"/>
                    <a:pt x="7719" y="1702"/>
                    <a:pt x="7814" y="1544"/>
                  </a:cubicBezTo>
                  <a:cubicBezTo>
                    <a:pt x="7877" y="1481"/>
                    <a:pt x="7971" y="1450"/>
                    <a:pt x="8070" y="1450"/>
                  </a:cubicBezTo>
                  <a:close/>
                  <a:moveTo>
                    <a:pt x="6704" y="737"/>
                  </a:moveTo>
                  <a:cubicBezTo>
                    <a:pt x="6738" y="737"/>
                    <a:pt x="6773" y="744"/>
                    <a:pt x="6805" y="757"/>
                  </a:cubicBezTo>
                  <a:cubicBezTo>
                    <a:pt x="6994" y="788"/>
                    <a:pt x="7089" y="977"/>
                    <a:pt x="7057" y="1166"/>
                  </a:cubicBezTo>
                  <a:lnTo>
                    <a:pt x="5608" y="5388"/>
                  </a:lnTo>
                  <a:cubicBezTo>
                    <a:pt x="5553" y="5553"/>
                    <a:pt x="5402" y="5646"/>
                    <a:pt x="5260" y="5646"/>
                  </a:cubicBezTo>
                  <a:cubicBezTo>
                    <a:pt x="5239" y="5646"/>
                    <a:pt x="5219" y="5644"/>
                    <a:pt x="5199" y="5640"/>
                  </a:cubicBezTo>
                  <a:cubicBezTo>
                    <a:pt x="4978" y="5546"/>
                    <a:pt x="4915" y="5357"/>
                    <a:pt x="4947" y="5199"/>
                  </a:cubicBezTo>
                  <a:lnTo>
                    <a:pt x="6364" y="977"/>
                  </a:lnTo>
                  <a:cubicBezTo>
                    <a:pt x="6439" y="828"/>
                    <a:pt x="6573" y="737"/>
                    <a:pt x="6704" y="737"/>
                  </a:cubicBezTo>
                  <a:close/>
                  <a:moveTo>
                    <a:pt x="0" y="1"/>
                  </a:moveTo>
                  <a:lnTo>
                    <a:pt x="0" y="5987"/>
                  </a:lnTo>
                  <a:cubicBezTo>
                    <a:pt x="0" y="6585"/>
                    <a:pt x="473" y="7058"/>
                    <a:pt x="1040" y="7058"/>
                  </a:cubicBezTo>
                  <a:lnTo>
                    <a:pt x="10933" y="7058"/>
                  </a:lnTo>
                  <a:cubicBezTo>
                    <a:pt x="11531" y="7058"/>
                    <a:pt x="12004" y="6585"/>
                    <a:pt x="12004" y="5987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862D6BB-0C21-2AD0-6E97-BF98B85381A2}"/>
              </a:ext>
            </a:extLst>
          </p:cNvPr>
          <p:cNvSpPr txBox="1"/>
          <p:nvPr/>
        </p:nvSpPr>
        <p:spPr>
          <a:xfrm>
            <a:off x="805359" y="706379"/>
            <a:ext cx="3383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프로젝트 성과</a:t>
            </a:r>
            <a:r>
              <a:rPr lang="en-US" altLang="ko-KR" dirty="0">
                <a:solidFill>
                  <a:schemeClr val="accent6"/>
                </a:solidFill>
              </a:rPr>
              <a:t>: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75BB5E-592E-04AE-6ADB-A5C7D95DA0E8}"/>
              </a:ext>
            </a:extLst>
          </p:cNvPr>
          <p:cNvSpPr txBox="1"/>
          <p:nvPr/>
        </p:nvSpPr>
        <p:spPr>
          <a:xfrm>
            <a:off x="450071" y="1105822"/>
            <a:ext cx="700752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Windows </a:t>
            </a:r>
            <a:r>
              <a:rPr lang="ko-KR" altLang="en-US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환경에서 안정적으로 실행되는 완성형 게임 구현</a:t>
            </a:r>
            <a:endParaRPr lang="en-US" altLang="ko-KR" sz="1100" dirty="0">
              <a:solidFill>
                <a:schemeClr val="accent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Clr>
                <a:srgbClr val="FFFF00"/>
              </a:buClr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accent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 직업 </a:t>
            </a:r>
            <a:r>
              <a:rPr lang="en-US" altLang="ko-KR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  <a:r>
              <a:rPr lang="en-US" altLang="ko-KR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 </a:t>
            </a:r>
            <a:r>
              <a:rPr lang="en-US" altLang="ko-KR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  <a:r>
              <a:rPr lang="en-US" altLang="ko-KR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웨이브 시스템</a:t>
            </a:r>
            <a:r>
              <a:rPr lang="en-US" altLang="ko-KR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15</a:t>
            </a:r>
            <a:r>
              <a:rPr lang="ko-KR" altLang="en-US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이상의 사운드 파일 적용</a:t>
            </a:r>
            <a:endParaRPr lang="en-US" altLang="ko-KR" sz="1100" dirty="0">
              <a:solidFill>
                <a:schemeClr val="accent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Clr>
                <a:srgbClr val="FFFF00"/>
              </a:buClr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accent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Release </a:t>
            </a:r>
            <a:r>
              <a:rPr lang="ko-KR" altLang="en-US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빌드 성공</a:t>
            </a:r>
            <a:r>
              <a:rPr lang="en-US" altLang="ko-KR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설치 없이 실행 가능한 독립 실행 파일</a:t>
            </a:r>
            <a:r>
              <a:rPr lang="en-US" altLang="ko-KR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(.exe) </a:t>
            </a:r>
            <a:r>
              <a:rPr lang="ko-KR" altLang="en-US" sz="11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</a:t>
            </a:r>
          </a:p>
        </p:txBody>
      </p:sp>
      <p:grpSp>
        <p:nvGrpSpPr>
          <p:cNvPr id="14" name="Google Shape;10442;p55">
            <a:extLst>
              <a:ext uri="{FF2B5EF4-FFF2-40B4-BE49-F238E27FC236}">
                <a16:creationId xmlns:a16="http://schemas.microsoft.com/office/drawing/2014/main" id="{3808AACC-8879-9D67-723D-7B798F06EB97}"/>
              </a:ext>
            </a:extLst>
          </p:cNvPr>
          <p:cNvGrpSpPr/>
          <p:nvPr/>
        </p:nvGrpSpPr>
        <p:grpSpPr>
          <a:xfrm>
            <a:off x="531530" y="2182430"/>
            <a:ext cx="273829" cy="219798"/>
            <a:chOff x="-45674075" y="3586425"/>
            <a:chExt cx="300900" cy="265450"/>
          </a:xfrm>
        </p:grpSpPr>
        <p:sp>
          <p:nvSpPr>
            <p:cNvPr id="15" name="Google Shape;10443;p55">
              <a:extLst>
                <a:ext uri="{FF2B5EF4-FFF2-40B4-BE49-F238E27FC236}">
                  <a16:creationId xmlns:a16="http://schemas.microsoft.com/office/drawing/2014/main" id="{B2776A30-E90B-573F-EB93-78B42B886A74}"/>
                </a:ext>
              </a:extLst>
            </p:cNvPr>
            <p:cNvSpPr/>
            <p:nvPr/>
          </p:nvSpPr>
          <p:spPr>
            <a:xfrm>
              <a:off x="-45674075" y="3586425"/>
              <a:ext cx="300125" cy="70925"/>
            </a:xfrm>
            <a:custGeom>
              <a:avLst/>
              <a:gdLst/>
              <a:ahLst/>
              <a:cxnLst/>
              <a:rect l="l" t="t" r="r" b="b"/>
              <a:pathLst>
                <a:path w="12005" h="2837" extrusionOk="0">
                  <a:moveTo>
                    <a:pt x="6018" y="1418"/>
                  </a:moveTo>
                  <a:cubicBezTo>
                    <a:pt x="6207" y="1418"/>
                    <a:pt x="6365" y="1576"/>
                    <a:pt x="6365" y="1765"/>
                  </a:cubicBezTo>
                  <a:cubicBezTo>
                    <a:pt x="6365" y="1986"/>
                    <a:pt x="6207" y="2143"/>
                    <a:pt x="6018" y="2143"/>
                  </a:cubicBezTo>
                  <a:lnTo>
                    <a:pt x="5294" y="2143"/>
                  </a:lnTo>
                  <a:cubicBezTo>
                    <a:pt x="5105" y="2143"/>
                    <a:pt x="4947" y="1986"/>
                    <a:pt x="4947" y="1765"/>
                  </a:cubicBezTo>
                  <a:cubicBezTo>
                    <a:pt x="4947" y="1576"/>
                    <a:pt x="5105" y="1418"/>
                    <a:pt x="5294" y="1418"/>
                  </a:cubicBezTo>
                  <a:close/>
                  <a:moveTo>
                    <a:pt x="8129" y="1418"/>
                  </a:moveTo>
                  <a:cubicBezTo>
                    <a:pt x="8318" y="1418"/>
                    <a:pt x="8476" y="1576"/>
                    <a:pt x="8476" y="1765"/>
                  </a:cubicBezTo>
                  <a:cubicBezTo>
                    <a:pt x="8476" y="1986"/>
                    <a:pt x="8318" y="2143"/>
                    <a:pt x="8129" y="2143"/>
                  </a:cubicBezTo>
                  <a:lnTo>
                    <a:pt x="7436" y="2143"/>
                  </a:lnTo>
                  <a:cubicBezTo>
                    <a:pt x="7215" y="2143"/>
                    <a:pt x="7089" y="1986"/>
                    <a:pt x="7089" y="1765"/>
                  </a:cubicBezTo>
                  <a:cubicBezTo>
                    <a:pt x="7089" y="1576"/>
                    <a:pt x="7215" y="1418"/>
                    <a:pt x="7436" y="1418"/>
                  </a:cubicBezTo>
                  <a:close/>
                  <a:moveTo>
                    <a:pt x="10240" y="1418"/>
                  </a:moveTo>
                  <a:cubicBezTo>
                    <a:pt x="10429" y="1418"/>
                    <a:pt x="10587" y="1576"/>
                    <a:pt x="10587" y="1765"/>
                  </a:cubicBezTo>
                  <a:cubicBezTo>
                    <a:pt x="10587" y="1986"/>
                    <a:pt x="10429" y="2143"/>
                    <a:pt x="10240" y="2143"/>
                  </a:cubicBezTo>
                  <a:lnTo>
                    <a:pt x="9515" y="2143"/>
                  </a:lnTo>
                  <a:cubicBezTo>
                    <a:pt x="9326" y="2143"/>
                    <a:pt x="9169" y="1986"/>
                    <a:pt x="9169" y="1765"/>
                  </a:cubicBezTo>
                  <a:cubicBezTo>
                    <a:pt x="9169" y="1576"/>
                    <a:pt x="9326" y="1418"/>
                    <a:pt x="9515" y="1418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73"/>
                    <a:pt x="1" y="1072"/>
                  </a:cubicBezTo>
                  <a:lnTo>
                    <a:pt x="1" y="2836"/>
                  </a:lnTo>
                  <a:lnTo>
                    <a:pt x="12004" y="2836"/>
                  </a:lnTo>
                  <a:lnTo>
                    <a:pt x="12004" y="1072"/>
                  </a:lnTo>
                  <a:cubicBezTo>
                    <a:pt x="12004" y="473"/>
                    <a:pt x="11532" y="1"/>
                    <a:pt x="109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0444;p55">
              <a:extLst>
                <a:ext uri="{FF2B5EF4-FFF2-40B4-BE49-F238E27FC236}">
                  <a16:creationId xmlns:a16="http://schemas.microsoft.com/office/drawing/2014/main" id="{55C357A9-1ECB-F5BB-24D2-E73482E6BF41}"/>
                </a:ext>
              </a:extLst>
            </p:cNvPr>
            <p:cNvSpPr/>
            <p:nvPr/>
          </p:nvSpPr>
          <p:spPr>
            <a:xfrm>
              <a:off x="-45673275" y="3675425"/>
              <a:ext cx="300100" cy="176450"/>
            </a:xfrm>
            <a:custGeom>
              <a:avLst/>
              <a:gdLst/>
              <a:ahLst/>
              <a:cxnLst/>
              <a:rect l="l" t="t" r="r" b="b"/>
              <a:pathLst>
                <a:path w="12004" h="7058" extrusionOk="0">
                  <a:moveTo>
                    <a:pt x="3852" y="1387"/>
                  </a:moveTo>
                  <a:cubicBezTo>
                    <a:pt x="3946" y="1387"/>
                    <a:pt x="4049" y="1418"/>
                    <a:pt x="4128" y="1481"/>
                  </a:cubicBezTo>
                  <a:cubicBezTo>
                    <a:pt x="4254" y="1607"/>
                    <a:pt x="4254" y="1828"/>
                    <a:pt x="4128" y="2017"/>
                  </a:cubicBezTo>
                  <a:lnTo>
                    <a:pt x="2993" y="3151"/>
                  </a:lnTo>
                  <a:lnTo>
                    <a:pt x="4128" y="4317"/>
                  </a:lnTo>
                  <a:cubicBezTo>
                    <a:pt x="4254" y="4443"/>
                    <a:pt x="4254" y="4695"/>
                    <a:pt x="4128" y="4852"/>
                  </a:cubicBezTo>
                  <a:cubicBezTo>
                    <a:pt x="4064" y="4900"/>
                    <a:pt x="3978" y="4923"/>
                    <a:pt x="3887" y="4923"/>
                  </a:cubicBezTo>
                  <a:cubicBezTo>
                    <a:pt x="3797" y="4923"/>
                    <a:pt x="3702" y="4900"/>
                    <a:pt x="3623" y="4852"/>
                  </a:cubicBezTo>
                  <a:lnTo>
                    <a:pt x="2206" y="3435"/>
                  </a:lnTo>
                  <a:cubicBezTo>
                    <a:pt x="2080" y="3309"/>
                    <a:pt x="2080" y="3057"/>
                    <a:pt x="2206" y="2899"/>
                  </a:cubicBezTo>
                  <a:lnTo>
                    <a:pt x="3623" y="1481"/>
                  </a:lnTo>
                  <a:cubicBezTo>
                    <a:pt x="3671" y="1418"/>
                    <a:pt x="3757" y="1387"/>
                    <a:pt x="3852" y="1387"/>
                  </a:cubicBezTo>
                  <a:close/>
                  <a:moveTo>
                    <a:pt x="8070" y="1450"/>
                  </a:moveTo>
                  <a:cubicBezTo>
                    <a:pt x="8168" y="1450"/>
                    <a:pt x="8270" y="1481"/>
                    <a:pt x="8349" y="1544"/>
                  </a:cubicBezTo>
                  <a:lnTo>
                    <a:pt x="9767" y="2962"/>
                  </a:lnTo>
                  <a:cubicBezTo>
                    <a:pt x="9861" y="3025"/>
                    <a:pt x="9861" y="3246"/>
                    <a:pt x="9767" y="3435"/>
                  </a:cubicBezTo>
                  <a:lnTo>
                    <a:pt x="8349" y="4852"/>
                  </a:lnTo>
                  <a:cubicBezTo>
                    <a:pt x="8286" y="4900"/>
                    <a:pt x="8192" y="4923"/>
                    <a:pt x="8093" y="4923"/>
                  </a:cubicBezTo>
                  <a:cubicBezTo>
                    <a:pt x="7995" y="4923"/>
                    <a:pt x="7892" y="4900"/>
                    <a:pt x="7814" y="4852"/>
                  </a:cubicBezTo>
                  <a:cubicBezTo>
                    <a:pt x="7719" y="4726"/>
                    <a:pt x="7719" y="4474"/>
                    <a:pt x="7814" y="4317"/>
                  </a:cubicBezTo>
                  <a:lnTo>
                    <a:pt x="8979" y="3183"/>
                  </a:lnTo>
                  <a:lnTo>
                    <a:pt x="7814" y="2049"/>
                  </a:lnTo>
                  <a:cubicBezTo>
                    <a:pt x="7719" y="1923"/>
                    <a:pt x="7719" y="1702"/>
                    <a:pt x="7814" y="1544"/>
                  </a:cubicBezTo>
                  <a:cubicBezTo>
                    <a:pt x="7877" y="1481"/>
                    <a:pt x="7971" y="1450"/>
                    <a:pt x="8070" y="1450"/>
                  </a:cubicBezTo>
                  <a:close/>
                  <a:moveTo>
                    <a:pt x="6704" y="737"/>
                  </a:moveTo>
                  <a:cubicBezTo>
                    <a:pt x="6738" y="737"/>
                    <a:pt x="6773" y="744"/>
                    <a:pt x="6805" y="757"/>
                  </a:cubicBezTo>
                  <a:cubicBezTo>
                    <a:pt x="6994" y="788"/>
                    <a:pt x="7089" y="977"/>
                    <a:pt x="7057" y="1166"/>
                  </a:cubicBezTo>
                  <a:lnTo>
                    <a:pt x="5608" y="5388"/>
                  </a:lnTo>
                  <a:cubicBezTo>
                    <a:pt x="5553" y="5553"/>
                    <a:pt x="5402" y="5646"/>
                    <a:pt x="5260" y="5646"/>
                  </a:cubicBezTo>
                  <a:cubicBezTo>
                    <a:pt x="5239" y="5646"/>
                    <a:pt x="5219" y="5644"/>
                    <a:pt x="5199" y="5640"/>
                  </a:cubicBezTo>
                  <a:cubicBezTo>
                    <a:pt x="4978" y="5546"/>
                    <a:pt x="4915" y="5357"/>
                    <a:pt x="4947" y="5199"/>
                  </a:cubicBezTo>
                  <a:lnTo>
                    <a:pt x="6364" y="977"/>
                  </a:lnTo>
                  <a:cubicBezTo>
                    <a:pt x="6439" y="828"/>
                    <a:pt x="6573" y="737"/>
                    <a:pt x="6704" y="737"/>
                  </a:cubicBezTo>
                  <a:close/>
                  <a:moveTo>
                    <a:pt x="0" y="1"/>
                  </a:moveTo>
                  <a:lnTo>
                    <a:pt x="0" y="5987"/>
                  </a:lnTo>
                  <a:cubicBezTo>
                    <a:pt x="0" y="6585"/>
                    <a:pt x="473" y="7058"/>
                    <a:pt x="1040" y="7058"/>
                  </a:cubicBezTo>
                  <a:lnTo>
                    <a:pt x="10933" y="7058"/>
                  </a:lnTo>
                  <a:cubicBezTo>
                    <a:pt x="11531" y="7058"/>
                    <a:pt x="12004" y="6585"/>
                    <a:pt x="12004" y="5987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A498E8B-D235-B007-40F3-368426DE230F}"/>
              </a:ext>
            </a:extLst>
          </p:cNvPr>
          <p:cNvSpPr txBox="1"/>
          <p:nvPr/>
        </p:nvSpPr>
        <p:spPr>
          <a:xfrm>
            <a:off x="805359" y="2175287"/>
            <a:ext cx="3383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기대효과 및 활용방안</a:t>
            </a:r>
            <a:r>
              <a:rPr lang="en-US" altLang="ko-KR" dirty="0">
                <a:solidFill>
                  <a:schemeClr val="accent6"/>
                </a:solidFill>
              </a:rPr>
              <a:t>: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A7DDA21-F129-20FF-E134-1BD81447D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74990"/>
              </p:ext>
            </p:extLst>
          </p:nvPr>
        </p:nvGraphicFramePr>
        <p:xfrm>
          <a:off x="531530" y="2483064"/>
          <a:ext cx="8012702" cy="17881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376473">
                  <a:extLst>
                    <a:ext uri="{9D8B030D-6E8A-4147-A177-3AD203B41FA5}">
                      <a16:colId xmlns:a16="http://schemas.microsoft.com/office/drawing/2014/main" val="2617367701"/>
                    </a:ext>
                  </a:extLst>
                </a:gridCol>
                <a:gridCol w="2376473">
                  <a:extLst>
                    <a:ext uri="{9D8B030D-6E8A-4147-A177-3AD203B41FA5}">
                      <a16:colId xmlns:a16="http://schemas.microsoft.com/office/drawing/2014/main" val="2232111490"/>
                    </a:ext>
                  </a:extLst>
                </a:gridCol>
                <a:gridCol w="3259756">
                  <a:extLst>
                    <a:ext uri="{9D8B030D-6E8A-4147-A177-3AD203B41FA5}">
                      <a16:colId xmlns:a16="http://schemas.microsoft.com/office/drawing/2014/main" val="3722050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868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 직업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 시스템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✅ 완료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994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사운드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배경음악 적용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✅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이상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wav 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77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기능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 저장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✅ 전용 저장 메뉴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874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그래픽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콘솔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ASCII</a:t>
                      </a:r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✅ 색상 및 프롤로그 이미지 적용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9402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E75894-CC41-1DB2-7E0A-FFAD452B1BE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C0C0C"/>
              </a:clrFrom>
              <a:clrTo>
                <a:srgbClr val="0C0C0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18797" y="616649"/>
            <a:ext cx="5706406" cy="946018"/>
          </a:xfrm>
          <a:prstGeom prst="rect">
            <a:avLst/>
          </a:prstGeom>
        </p:spPr>
      </p:pic>
      <p:sp>
        <p:nvSpPr>
          <p:cNvPr id="8" name="Google Shape;459;p26">
            <a:extLst>
              <a:ext uri="{FF2B5EF4-FFF2-40B4-BE49-F238E27FC236}">
                <a16:creationId xmlns:a16="http://schemas.microsoft.com/office/drawing/2014/main" id="{AB9E0F53-F605-C898-70CA-DAC5864EB583}"/>
              </a:ext>
            </a:extLst>
          </p:cNvPr>
          <p:cNvSpPr txBox="1">
            <a:spLocks/>
          </p:cNvSpPr>
          <p:nvPr/>
        </p:nvSpPr>
        <p:spPr>
          <a:xfrm>
            <a:off x="1639328" y="4034450"/>
            <a:ext cx="57822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algn="ctr">
              <a:buClr>
                <a:srgbClr val="0C0C0C"/>
              </a:buClr>
              <a:buSzPts val="1100"/>
            </a:pPr>
            <a:r>
              <a:rPr lang="ko-KR" altLang="en-US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r>
              <a:rPr lang="en-US" altLang="ko-KR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7(Snoopy) | </a:t>
            </a:r>
            <a:r>
              <a:rPr lang="ko-KR" altLang="en-US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이승준</a:t>
            </a:r>
            <a:r>
              <a:rPr lang="en-US" altLang="ko-KR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강태영</a:t>
            </a:r>
            <a:r>
              <a:rPr lang="en-US" altLang="ko-KR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정효임</a:t>
            </a:r>
            <a:r>
              <a:rPr lang="en-US" altLang="ko-KR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부민끼엔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6DD12B-3AC6-D983-C144-D6705B32299D}"/>
              </a:ext>
            </a:extLst>
          </p:cNvPr>
          <p:cNvSpPr txBox="1"/>
          <p:nvPr/>
        </p:nvSpPr>
        <p:spPr>
          <a:xfrm>
            <a:off x="2966328" y="1802309"/>
            <a:ext cx="3211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11" name="Google Shape;2342;p38">
            <a:extLst>
              <a:ext uri="{FF2B5EF4-FFF2-40B4-BE49-F238E27FC236}">
                <a16:creationId xmlns:a16="http://schemas.microsoft.com/office/drawing/2014/main" id="{B0CADDD6-ECEF-1E16-3183-2481BE160C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5928" y="2048100"/>
            <a:ext cx="4629000" cy="104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FF00"/>
                </a:solidFill>
              </a:rPr>
              <a:t>Thank You</a:t>
            </a:r>
            <a:endParaRPr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24612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Retro Pixel Business Basic Template by Slidesgo">
  <a:themeElements>
    <a:clrScheme name="Simple Light">
      <a:dk1>
        <a:srgbClr val="F8F8F8"/>
      </a:dk1>
      <a:lt1>
        <a:srgbClr val="1B1B1B"/>
      </a:lt1>
      <a:dk2>
        <a:srgbClr val="595959"/>
      </a:dk2>
      <a:lt2>
        <a:srgbClr val="F1C232"/>
      </a:lt2>
      <a:accent1>
        <a:srgbClr val="FF9900"/>
      </a:accent1>
      <a:accent2>
        <a:srgbClr val="FFF2CC"/>
      </a:accent2>
      <a:accent3>
        <a:srgbClr val="CC0000"/>
      </a:accent3>
      <a:accent4>
        <a:srgbClr val="05349B"/>
      </a:accent4>
      <a:accent5>
        <a:srgbClr val="B1AAF2"/>
      </a:accent5>
      <a:accent6>
        <a:srgbClr val="FFFFFF"/>
      </a:accent6>
      <a:hlink>
        <a:srgbClr val="F8F8F8"/>
      </a:hlink>
      <a:folHlink>
        <a:srgbClr val="0097A7"/>
      </a:folHlink>
    </a:clrScheme>
    <a:fontScheme name="Custom 2">
      <a:majorFont>
        <a:latin typeface="x12y12pxMaruMinyaHangul"/>
        <a:ea typeface="x12y12pxMaruMinyaHangul"/>
        <a:cs typeface=""/>
      </a:majorFont>
      <a:minorFont>
        <a:latin typeface="x12y12pxMaruMinyaHangul"/>
        <a:ea typeface="x12y12pxMaruMinyaHangu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495</Words>
  <Application>Microsoft Office PowerPoint</Application>
  <PresentationFormat>화면 슬라이드 쇼(16:9)</PresentationFormat>
  <Paragraphs>176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맑은 고딕</vt:lpstr>
      <vt:lpstr>Archivo</vt:lpstr>
      <vt:lpstr>Press Start 2P</vt:lpstr>
      <vt:lpstr>맑은 고딕</vt:lpstr>
      <vt:lpstr>Arial</vt:lpstr>
      <vt:lpstr>Merriweather</vt:lpstr>
      <vt:lpstr>Calibri</vt:lpstr>
      <vt:lpstr>Gulim</vt:lpstr>
      <vt:lpstr>Simple Retro Pixel Business Basic Template by Slidesgo</vt:lpstr>
      <vt:lpstr>타워 디펜스 x SRPG전락게임</vt:lpstr>
      <vt:lpstr>PowerPoint 프레젠테이션</vt:lpstr>
      <vt:lpstr>1.게임 소개 </vt:lpstr>
      <vt:lpstr>PowerPoint 프레젠테이션</vt:lpstr>
      <vt:lpstr>3. 핵심 기능 – 스킬</vt:lpstr>
      <vt:lpstr>3. 핵심 기능 – 보스 전투</vt:lpstr>
      <vt:lpstr>3. 핵심 기능 – 적</vt:lpstr>
      <vt:lpstr>3. 핵심 기능 – 맵 및 웨이브</vt:lpstr>
      <vt:lpstr>4. </vt:lpstr>
      <vt:lpstr>5.성과 및 결론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효임 정</cp:lastModifiedBy>
  <cp:revision>7</cp:revision>
  <dcterms:modified xsi:type="dcterms:W3CDTF">2026-06-10T08:29:33Z</dcterms:modified>
</cp:coreProperties>
</file>